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Red Hat Display SemiBold"/>
      <p:regular r:id="rId38"/>
      <p:bold r:id="rId39"/>
      <p:italic r:id="rId40"/>
      <p:boldItalic r:id="rId41"/>
    </p:embeddedFont>
    <p:embeddedFont>
      <p:font typeface="Red Hat Display Medium"/>
      <p:regular r:id="rId42"/>
      <p:bold r:id="rId43"/>
      <p:italic r:id="rId44"/>
      <p:boldItalic r:id="rId45"/>
    </p:embeddedFont>
    <p:embeddedFont>
      <p:font typeface="Red Hat Display"/>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0432A0-A494-4F5C-96F8-99EBDAA14921}">
  <a:tblStyle styleId="{AF0432A0-A494-4F5C-96F8-99EBDAA14921}"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488DD68-3BA8-4E8C-AB2A-6A6513A1EFA3}" styleName="Table_1">
    <a:wholeTbl>
      <a:tcTxStyle>
        <a:font>
          <a:latin typeface="Arial"/>
          <a:ea typeface="Arial"/>
          <a:cs typeface="Arial"/>
        </a:font>
        <a:srgbClr val="000000"/>
      </a:tcTxStyle>
      <a:tcStyle>
        <a:tcBdr>
          <a:left>
            <a:ln cap="flat" cmpd="sng">
              <a:solidFill>
                <a:srgbClr val="1F1F1F"/>
              </a:solidFill>
              <a:prstDash val="solid"/>
              <a:round/>
              <a:headEnd len="sm" w="sm" type="none"/>
              <a:tailEnd len="sm" w="sm" type="none"/>
            </a:ln>
          </a:left>
          <a:right>
            <a:ln cap="flat" cmpd="sng">
              <a:solidFill>
                <a:srgbClr val="1F1F1F"/>
              </a:solidFill>
              <a:prstDash val="solid"/>
              <a:round/>
              <a:headEnd len="sm" w="sm" type="none"/>
              <a:tailEnd len="sm" w="sm" type="none"/>
            </a:ln>
          </a:right>
          <a:top>
            <a:ln cap="flat" cmpd="sng">
              <a:solidFill>
                <a:srgbClr val="1F1F1F"/>
              </a:solidFill>
              <a:prstDash val="solid"/>
              <a:round/>
              <a:headEnd len="sm" w="sm" type="none"/>
              <a:tailEnd len="sm" w="sm" type="none"/>
            </a:ln>
          </a:top>
          <a:bottom>
            <a:ln cap="flat" cmpd="sng">
              <a:solidFill>
                <a:srgbClr val="1F1F1F"/>
              </a:solidFill>
              <a:prstDash val="solid"/>
              <a:round/>
              <a:headEnd len="sm" w="sm" type="none"/>
              <a:tailEnd len="sm" w="sm" type="none"/>
            </a:ln>
          </a:bottom>
          <a:insideH>
            <a:ln cap="flat" cmpd="sng">
              <a:solidFill>
                <a:srgbClr val="1F1F1F"/>
              </a:solidFill>
              <a:prstDash val="solid"/>
              <a:round/>
              <a:headEnd len="sm" w="sm" type="none"/>
              <a:tailEnd len="sm" w="sm" type="none"/>
            </a:ln>
          </a:insideH>
          <a:insideV>
            <a:ln cap="flat" cmpd="sng">
              <a:solidFill>
                <a:srgbClr val="1F1F1F"/>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edHatDisplaySemiBold-italic.fntdata"/><Relationship Id="rId42" Type="http://schemas.openxmlformats.org/officeDocument/2006/relationships/font" Target="fonts/RedHatDisplayMedium-regular.fntdata"/><Relationship Id="rId41" Type="http://schemas.openxmlformats.org/officeDocument/2006/relationships/font" Target="fonts/RedHatDisplaySemiBold-boldItalic.fntdata"/><Relationship Id="rId44" Type="http://schemas.openxmlformats.org/officeDocument/2006/relationships/font" Target="fonts/RedHatDisplayMedium-italic.fntdata"/><Relationship Id="rId43" Type="http://schemas.openxmlformats.org/officeDocument/2006/relationships/font" Target="fonts/RedHatDisplayMedium-bold.fntdata"/><Relationship Id="rId46" Type="http://schemas.openxmlformats.org/officeDocument/2006/relationships/font" Target="fonts/RedHatDisplay-regular.fntdata"/><Relationship Id="rId45" Type="http://schemas.openxmlformats.org/officeDocument/2006/relationships/font" Target="fonts/RedHatDisplay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edHatDisplay-italic.fntdata"/><Relationship Id="rId47" Type="http://schemas.openxmlformats.org/officeDocument/2006/relationships/font" Target="fonts/RedHatDisplay-bold.fntdata"/><Relationship Id="rId49" Type="http://schemas.openxmlformats.org/officeDocument/2006/relationships/font" Target="fonts/RedHatDisplay-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RedHatDisplaySemiBold-bold.fntdata"/><Relationship Id="rId38" Type="http://schemas.openxmlformats.org/officeDocument/2006/relationships/font" Target="fonts/RedHatDisplaySemiBold-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ab9bd711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ab9bd711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ab9bd7119f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ab9bd7119f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b9bd7119f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ab9bd7119f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ab9bd7119f_0_1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ab9bd7119f_0_1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b9bd7119f_0_7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ab9bd7119f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ab9bd7119f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ab9bd7119f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b9bd7119f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ab9bd7119f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9a35d6ce4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9a35d6ce4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ab9bd7119f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1" name="Google Shape;681;g3ab9bd7119f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ab9bd7119f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ab9bd7119f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9a35d6ce4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9a35d6ce4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ab9bd7119f_0_1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ab9bd7119f_0_1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ab9bd7119f_0_1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ab9bd7119f_0_1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ab9bd7119f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3ab9bd7119f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ab9bd7119f_0_1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3ab9bd7119f_0_1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3ab9bd7119f_0_1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3" name="Google Shape;863;g3ab9bd7119f_0_1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ab9bd7119f_0_1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3ab9bd7119f_0_1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ab9bd7119f_0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5" name="Google Shape;875;g3ab9bd7119f_0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g3ab9bd7119f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2" name="Google Shape;882;g3ab9bd7119f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3ab9bd7119f_0_1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3ab9bd7119f_0_1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ab9bd7119f_0_1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3ab9bd7119f_0_1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3ab9bd7119f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3ab9bd7119f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abb8426f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3abb8426f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3abbb9685f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1" name="Google Shape;921;g3abbb9685f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abb8426fcb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3abb8426fcb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abb8426fc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abb8426fc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3abbb9685f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3abbb9685f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ab9bd7119f_0_1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3" name="Google Shape;953;g3ab9bd7119f_0_1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ab9bd7119f_0_1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ab9bd7119f_0_1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ab9bd7119f_0_1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3ab9bd7119f_0_1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ab9bd7119f_0_1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3ab9bd7119f_0_1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spTree>
      <p:nvGrpSpPr>
        <p:cNvPr id="9" name="Shape 9"/>
        <p:cNvGrpSpPr/>
        <p:nvPr/>
      </p:nvGrpSpPr>
      <p:grpSpPr>
        <a:xfrm>
          <a:off x="0" y="0"/>
          <a:ext cx="0" cy="0"/>
          <a:chOff x="0" y="0"/>
          <a:chExt cx="0" cy="0"/>
        </a:xfrm>
      </p:grpSpPr>
      <p:sp>
        <p:nvSpPr>
          <p:cNvPr id="10" name="Google Shape;10;p2"/>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 name="Google Shape;11;p2"/>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 name="Google Shape;12;p2"/>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 name="Google Shape;13;p2"/>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 name="Google Shape;14;p2"/>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 name="Google Shape;15;p2"/>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 name="Google Shape;16;p2"/>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 name="Google Shape;17;p2"/>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8" name="Google Shape;18;p2"/>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 name="Google Shape;19;p2"/>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 name="Google Shape;20;p2"/>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1" name="Google Shape;21;p2"/>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2" name="Google Shape;22;p2"/>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3" name="Google Shape;23;p2"/>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4" name="Google Shape;24;p2"/>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5" name="Google Shape;25;p2"/>
          <p:cNvSpPr txBox="1"/>
          <p:nvPr>
            <p:ph type="title"/>
          </p:nvPr>
        </p:nvSpPr>
        <p:spPr>
          <a:xfrm>
            <a:off x="3154650" y="3235981"/>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26" name="Google Shape;26;p2"/>
          <p:cNvSpPr txBox="1"/>
          <p:nvPr>
            <p:ph idx="1" type="subTitle"/>
          </p:nvPr>
        </p:nvSpPr>
        <p:spPr>
          <a:xfrm>
            <a:off x="3154650" y="3875775"/>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3">
    <p:bg>
      <p:bgPr>
        <a:solidFill>
          <a:schemeClr val="accent5"/>
        </a:solidFill>
      </p:bgPr>
    </p:bg>
    <p:spTree>
      <p:nvGrpSpPr>
        <p:cNvPr id="27" name="Shape 27"/>
        <p:cNvGrpSpPr/>
        <p:nvPr/>
      </p:nvGrpSpPr>
      <p:grpSpPr>
        <a:xfrm>
          <a:off x="0" y="0"/>
          <a:ext cx="0" cy="0"/>
          <a:chOff x="0" y="0"/>
          <a:chExt cx="0" cy="0"/>
        </a:xfrm>
      </p:grpSpPr>
      <p:sp>
        <p:nvSpPr>
          <p:cNvPr id="28" name="Google Shape;28;p3"/>
          <p:cNvSpPr/>
          <p:nvPr/>
        </p:nvSpPr>
        <p:spPr>
          <a:xfrm>
            <a:off x="810500"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9" name="Google Shape;29;p3"/>
          <p:cNvSpPr/>
          <p:nvPr/>
        </p:nvSpPr>
        <p:spPr>
          <a:xfrm>
            <a:off x="810500"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0" name="Google Shape;30;p3"/>
          <p:cNvSpPr/>
          <p:nvPr/>
        </p:nvSpPr>
        <p:spPr>
          <a:xfrm>
            <a:off x="3" y="3061484"/>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1" name="Google Shape;31;p3"/>
          <p:cNvSpPr/>
          <p:nvPr/>
        </p:nvSpPr>
        <p:spPr>
          <a:xfrm>
            <a:off x="810500"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2" name="Google Shape;32;p3"/>
          <p:cNvSpPr/>
          <p:nvPr/>
        </p:nvSpPr>
        <p:spPr>
          <a:xfrm>
            <a:off x="-1"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3" name="Google Shape;33;p3"/>
          <p:cNvSpPr/>
          <p:nvPr/>
        </p:nvSpPr>
        <p:spPr>
          <a:xfrm>
            <a:off x="810505"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4" name="Google Shape;34;p3"/>
          <p:cNvSpPr/>
          <p:nvPr/>
        </p:nvSpPr>
        <p:spPr>
          <a:xfrm>
            <a:off x="-1"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5" name="Google Shape;35;p3"/>
          <p:cNvSpPr/>
          <p:nvPr/>
        </p:nvSpPr>
        <p:spPr>
          <a:xfrm>
            <a:off x="-1"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6" name="Google Shape;36;p3"/>
          <p:cNvSpPr/>
          <p:nvPr/>
        </p:nvSpPr>
        <p:spPr>
          <a:xfrm>
            <a:off x="3" y="4100578"/>
            <a:ext cx="8124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7" name="Google Shape;37;p3"/>
          <p:cNvSpPr/>
          <p:nvPr/>
        </p:nvSpPr>
        <p:spPr>
          <a:xfrm>
            <a:off x="810502" y="4100581"/>
            <a:ext cx="6099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8" name="Google Shape;38;p3"/>
          <p:cNvSpPr/>
          <p:nvPr/>
        </p:nvSpPr>
        <p:spPr>
          <a:xfrm>
            <a:off x="1420399" y="0"/>
            <a:ext cx="4320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39" name="Google Shape;39;p3"/>
          <p:cNvSpPr/>
          <p:nvPr/>
        </p:nvSpPr>
        <p:spPr>
          <a:xfrm>
            <a:off x="1420399" y="2040871"/>
            <a:ext cx="4320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0" name="Google Shape;40;p3"/>
          <p:cNvSpPr/>
          <p:nvPr/>
        </p:nvSpPr>
        <p:spPr>
          <a:xfrm>
            <a:off x="1420399" y="1020429"/>
            <a:ext cx="4320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1" name="Google Shape;41;p3"/>
          <p:cNvSpPr/>
          <p:nvPr/>
        </p:nvSpPr>
        <p:spPr>
          <a:xfrm>
            <a:off x="1420401" y="3061475"/>
            <a:ext cx="4320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 name="Google Shape;42;p3"/>
          <p:cNvSpPr/>
          <p:nvPr/>
        </p:nvSpPr>
        <p:spPr>
          <a:xfrm>
            <a:off x="1420400" y="4100581"/>
            <a:ext cx="432000" cy="10428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 name="Google Shape;43;p3"/>
          <p:cNvSpPr txBox="1"/>
          <p:nvPr>
            <p:ph type="title"/>
          </p:nvPr>
        </p:nvSpPr>
        <p:spPr>
          <a:xfrm>
            <a:off x="3154650" y="467500"/>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4" name="Google Shape;44;p3"/>
          <p:cNvSpPr txBox="1"/>
          <p:nvPr>
            <p:ph idx="1" type="subTitle"/>
          </p:nvPr>
        </p:nvSpPr>
        <p:spPr>
          <a:xfrm>
            <a:off x="3154650" y="1107294"/>
            <a:ext cx="57609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3"/>
          <p:cNvSpPr/>
          <p:nvPr>
            <p:ph idx="2" type="pic"/>
          </p:nvPr>
        </p:nvSpPr>
        <p:spPr>
          <a:xfrm>
            <a:off x="3154650" y="3875225"/>
            <a:ext cx="618600" cy="808500"/>
          </a:xfrm>
          <a:prstGeom prst="snip2DiagRect">
            <a:avLst>
              <a:gd fmla="val 0" name="adj1"/>
              <a:gd fmla="val 34473" name="adj2"/>
            </a:avLst>
          </a:prstGeom>
          <a:noFill/>
          <a:ln>
            <a:noFill/>
          </a:ln>
        </p:spPr>
      </p:sp>
      <p:sp>
        <p:nvSpPr>
          <p:cNvPr id="46" name="Google Shape;46;p3"/>
          <p:cNvSpPr txBox="1"/>
          <p:nvPr>
            <p:ph idx="3" type="subTitle"/>
          </p:nvPr>
        </p:nvSpPr>
        <p:spPr>
          <a:xfrm>
            <a:off x="3859150" y="4072916"/>
            <a:ext cx="2621700" cy="1731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900"/>
              <a:buFont typeface="Red Hat Display"/>
              <a:buNone/>
              <a:defRPr sz="900">
                <a:solidFill>
                  <a:schemeClr val="dk2"/>
                </a:solidFill>
              </a:defRPr>
            </a:lvl1pPr>
            <a:lvl2pPr lvl="1">
              <a:spcBef>
                <a:spcPts val="0"/>
              </a:spcBef>
              <a:spcAft>
                <a:spcPts val="0"/>
              </a:spcAft>
              <a:buClr>
                <a:schemeClr val="dk2"/>
              </a:buClr>
              <a:buSzPts val="900"/>
              <a:buNone/>
              <a:defRPr sz="900">
                <a:solidFill>
                  <a:schemeClr val="dk2"/>
                </a:solidFill>
              </a:defRPr>
            </a:lvl2pPr>
            <a:lvl3pPr lvl="2">
              <a:spcBef>
                <a:spcPts val="0"/>
              </a:spcBef>
              <a:spcAft>
                <a:spcPts val="0"/>
              </a:spcAft>
              <a:buClr>
                <a:schemeClr val="dk2"/>
              </a:buClr>
              <a:buSzPts val="900"/>
              <a:buNone/>
              <a:defRPr sz="900">
                <a:solidFill>
                  <a:schemeClr val="dk2"/>
                </a:solidFill>
              </a:defRPr>
            </a:lvl3pPr>
            <a:lvl4pPr lvl="3">
              <a:spcBef>
                <a:spcPts val="0"/>
              </a:spcBef>
              <a:spcAft>
                <a:spcPts val="0"/>
              </a:spcAft>
              <a:buClr>
                <a:schemeClr val="dk2"/>
              </a:buClr>
              <a:buSzPts val="900"/>
              <a:buNone/>
              <a:defRPr sz="900">
                <a:solidFill>
                  <a:schemeClr val="dk2"/>
                </a:solidFill>
              </a:defRPr>
            </a:lvl4pPr>
            <a:lvl5pPr lvl="4">
              <a:spcBef>
                <a:spcPts val="0"/>
              </a:spcBef>
              <a:spcAft>
                <a:spcPts val="0"/>
              </a:spcAft>
              <a:buClr>
                <a:schemeClr val="dk2"/>
              </a:buClr>
              <a:buSzPts val="900"/>
              <a:buNone/>
              <a:defRPr sz="900">
                <a:solidFill>
                  <a:schemeClr val="dk2"/>
                </a:solidFill>
              </a:defRPr>
            </a:lvl5pPr>
            <a:lvl6pPr lvl="5">
              <a:spcBef>
                <a:spcPts val="0"/>
              </a:spcBef>
              <a:spcAft>
                <a:spcPts val="0"/>
              </a:spcAft>
              <a:buClr>
                <a:schemeClr val="dk2"/>
              </a:buClr>
              <a:buSzPts val="900"/>
              <a:buNone/>
              <a:defRPr sz="900">
                <a:solidFill>
                  <a:schemeClr val="dk2"/>
                </a:solidFill>
              </a:defRPr>
            </a:lvl6pPr>
            <a:lvl7pPr lvl="6">
              <a:spcBef>
                <a:spcPts val="0"/>
              </a:spcBef>
              <a:spcAft>
                <a:spcPts val="0"/>
              </a:spcAft>
              <a:buClr>
                <a:schemeClr val="dk2"/>
              </a:buClr>
              <a:buSzPts val="900"/>
              <a:buNone/>
              <a:defRPr sz="900">
                <a:solidFill>
                  <a:schemeClr val="dk2"/>
                </a:solidFill>
              </a:defRPr>
            </a:lvl7pPr>
            <a:lvl8pPr lvl="7">
              <a:spcBef>
                <a:spcPts val="0"/>
              </a:spcBef>
              <a:spcAft>
                <a:spcPts val="0"/>
              </a:spcAft>
              <a:buClr>
                <a:schemeClr val="dk2"/>
              </a:buClr>
              <a:buSzPts val="900"/>
              <a:buNone/>
              <a:defRPr sz="900">
                <a:solidFill>
                  <a:schemeClr val="dk2"/>
                </a:solidFill>
              </a:defRPr>
            </a:lvl8pPr>
            <a:lvl9pPr lvl="8">
              <a:spcBef>
                <a:spcPts val="0"/>
              </a:spcBef>
              <a:spcAft>
                <a:spcPts val="0"/>
              </a:spcAft>
              <a:buClr>
                <a:schemeClr val="dk2"/>
              </a:buClr>
              <a:buSzPts val="900"/>
              <a:buNone/>
              <a:defRPr sz="900">
                <a:solidFill>
                  <a:schemeClr val="dk2"/>
                </a:solidFill>
              </a:defRPr>
            </a:lvl9pPr>
          </a:lstStyle>
          <a:p/>
        </p:txBody>
      </p:sp>
      <p:sp>
        <p:nvSpPr>
          <p:cNvPr id="47" name="Google Shape;47;p3"/>
          <p:cNvSpPr txBox="1"/>
          <p:nvPr>
            <p:ph idx="4" type="subTitle"/>
          </p:nvPr>
        </p:nvSpPr>
        <p:spPr>
          <a:xfrm>
            <a:off x="38591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48" name="Google Shape;48;p3"/>
          <p:cNvSpPr txBox="1"/>
          <p:nvPr>
            <p:ph idx="5" type="subTitle"/>
          </p:nvPr>
        </p:nvSpPr>
        <p:spPr>
          <a:xfrm>
            <a:off x="505580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
        <p:nvSpPr>
          <p:cNvPr id="49" name="Google Shape;49;p3"/>
          <p:cNvSpPr txBox="1"/>
          <p:nvPr>
            <p:ph idx="6" type="subTitle"/>
          </p:nvPr>
        </p:nvSpPr>
        <p:spPr>
          <a:xfrm>
            <a:off x="6252450" y="4321400"/>
            <a:ext cx="1061400" cy="1731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None/>
              <a:defRPr sz="900"/>
            </a:lvl2pPr>
            <a:lvl3pPr lvl="2">
              <a:spcBef>
                <a:spcPts val="0"/>
              </a:spcBef>
              <a:spcAft>
                <a:spcPts val="0"/>
              </a:spcAft>
              <a:buClr>
                <a:schemeClr val="lt1"/>
              </a:buClr>
              <a:buSzPts val="900"/>
              <a:buNone/>
              <a:defRPr sz="900"/>
            </a:lvl3pPr>
            <a:lvl4pPr lvl="3">
              <a:spcBef>
                <a:spcPts val="0"/>
              </a:spcBef>
              <a:spcAft>
                <a:spcPts val="0"/>
              </a:spcAft>
              <a:buClr>
                <a:schemeClr val="lt1"/>
              </a:buClr>
              <a:buSzPts val="900"/>
              <a:buNone/>
              <a:defRPr sz="900"/>
            </a:lvl4pPr>
            <a:lvl5pPr lvl="4">
              <a:spcBef>
                <a:spcPts val="0"/>
              </a:spcBef>
              <a:spcAft>
                <a:spcPts val="0"/>
              </a:spcAft>
              <a:buClr>
                <a:schemeClr val="lt1"/>
              </a:buClr>
              <a:buSzPts val="900"/>
              <a:buNone/>
              <a:defRPr sz="900"/>
            </a:lvl5pPr>
            <a:lvl6pPr lvl="5">
              <a:spcBef>
                <a:spcPts val="0"/>
              </a:spcBef>
              <a:spcAft>
                <a:spcPts val="0"/>
              </a:spcAft>
              <a:buClr>
                <a:schemeClr val="lt1"/>
              </a:buClr>
              <a:buSzPts val="900"/>
              <a:buNone/>
              <a:defRPr sz="900"/>
            </a:lvl6pPr>
            <a:lvl7pPr lvl="6">
              <a:spcBef>
                <a:spcPts val="0"/>
              </a:spcBef>
              <a:spcAft>
                <a:spcPts val="0"/>
              </a:spcAft>
              <a:buClr>
                <a:schemeClr val="lt1"/>
              </a:buClr>
              <a:buSzPts val="900"/>
              <a:buNone/>
              <a:defRPr sz="900"/>
            </a:lvl7pPr>
            <a:lvl8pPr lvl="7">
              <a:spcBef>
                <a:spcPts val="0"/>
              </a:spcBef>
              <a:spcAft>
                <a:spcPts val="0"/>
              </a:spcAft>
              <a:buClr>
                <a:schemeClr val="lt1"/>
              </a:buClr>
              <a:buSzPts val="900"/>
              <a:buNone/>
              <a:defRPr sz="900"/>
            </a:lvl8pPr>
            <a:lvl9pPr lvl="8">
              <a:spcBef>
                <a:spcPts val="0"/>
              </a:spcBef>
              <a:spcAft>
                <a:spcPts val="0"/>
              </a:spcAft>
              <a:buClr>
                <a:schemeClr val="lt1"/>
              </a:buClr>
              <a:buSzPts val="900"/>
              <a:buNone/>
              <a:defRPr sz="9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BLANK_2">
    <p:spTree>
      <p:nvGrpSpPr>
        <p:cNvPr id="50" name="Shape 50"/>
        <p:cNvGrpSpPr/>
        <p:nvPr/>
      </p:nvGrpSpPr>
      <p:grpSpPr>
        <a:xfrm>
          <a:off x="0" y="0"/>
          <a:ext cx="0" cy="0"/>
          <a:chOff x="0" y="0"/>
          <a:chExt cx="0" cy="0"/>
        </a:xfrm>
      </p:grpSpPr>
      <p:sp>
        <p:nvSpPr>
          <p:cNvPr id="51" name="Google Shape;51;p4"/>
          <p:cNvSpPr/>
          <p:nvPr/>
        </p:nvSpPr>
        <p:spPr>
          <a:xfrm>
            <a:off x="7291578" y="4100578"/>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2" name="Google Shape;52;p4"/>
          <p:cNvSpPr/>
          <p:nvPr/>
        </p:nvSpPr>
        <p:spPr>
          <a:xfrm>
            <a:off x="8102077" y="4100581"/>
            <a:ext cx="6099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3" name="Google Shape;53;p4"/>
          <p:cNvSpPr/>
          <p:nvPr/>
        </p:nvSpPr>
        <p:spPr>
          <a:xfrm>
            <a:off x="8677575" y="4100576"/>
            <a:ext cx="4665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4" name="Google Shape;54;p4"/>
          <p:cNvSpPr/>
          <p:nvPr/>
        </p:nvSpPr>
        <p:spPr>
          <a:xfrm>
            <a:off x="5206068" y="0"/>
            <a:ext cx="12411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5" name="Google Shape;55;p4"/>
          <p:cNvSpPr/>
          <p:nvPr/>
        </p:nvSpPr>
        <p:spPr>
          <a:xfrm>
            <a:off x="6447262" y="0"/>
            <a:ext cx="8442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6" name="Google Shape;56;p4"/>
          <p:cNvSpPr/>
          <p:nvPr/>
        </p:nvSpPr>
        <p:spPr>
          <a:xfrm>
            <a:off x="8102075" y="0"/>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7" name="Google Shape;57;p4"/>
          <p:cNvSpPr/>
          <p:nvPr/>
        </p:nvSpPr>
        <p:spPr>
          <a:xfrm>
            <a:off x="8102075" y="2040871"/>
            <a:ext cx="6099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8" name="Google Shape;58;p4"/>
          <p:cNvSpPr/>
          <p:nvPr/>
        </p:nvSpPr>
        <p:spPr>
          <a:xfrm>
            <a:off x="7291578" y="3061484"/>
            <a:ext cx="8124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59" name="Google Shape;59;p4"/>
          <p:cNvSpPr/>
          <p:nvPr/>
        </p:nvSpPr>
        <p:spPr>
          <a:xfrm>
            <a:off x="5206074" y="1020431"/>
            <a:ext cx="12411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0" name="Google Shape;60;p4"/>
          <p:cNvSpPr/>
          <p:nvPr/>
        </p:nvSpPr>
        <p:spPr>
          <a:xfrm>
            <a:off x="4028275" y="0"/>
            <a:ext cx="11778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1" name="Google Shape;61;p4"/>
          <p:cNvSpPr/>
          <p:nvPr/>
        </p:nvSpPr>
        <p:spPr>
          <a:xfrm>
            <a:off x="4028281" y="1020428"/>
            <a:ext cx="11778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2" name="Google Shape;62;p4"/>
          <p:cNvSpPr/>
          <p:nvPr/>
        </p:nvSpPr>
        <p:spPr>
          <a:xfrm>
            <a:off x="5206074" y="2040861"/>
            <a:ext cx="1241100" cy="10206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3" name="Google Shape;63;p4"/>
          <p:cNvSpPr/>
          <p:nvPr/>
        </p:nvSpPr>
        <p:spPr>
          <a:xfrm>
            <a:off x="8102075" y="1020429"/>
            <a:ext cx="6099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4" name="Google Shape;64;p4"/>
          <p:cNvSpPr/>
          <p:nvPr/>
        </p:nvSpPr>
        <p:spPr>
          <a:xfrm>
            <a:off x="7291574" y="0"/>
            <a:ext cx="8124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5" name="Google Shape;65;p4"/>
          <p:cNvSpPr/>
          <p:nvPr/>
        </p:nvSpPr>
        <p:spPr>
          <a:xfrm>
            <a:off x="8102080" y="3061475"/>
            <a:ext cx="609900" cy="1042800"/>
          </a:xfrm>
          <a:prstGeom prst="snip2DiagRect">
            <a:avLst>
              <a:gd fmla="val 0" name="adj1"/>
              <a:gd fmla="val 3967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6" name="Google Shape;66;p4"/>
          <p:cNvSpPr/>
          <p:nvPr/>
        </p:nvSpPr>
        <p:spPr>
          <a:xfrm>
            <a:off x="7291574" y="2040871"/>
            <a:ext cx="8124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7" name="Google Shape;67;p4"/>
          <p:cNvSpPr/>
          <p:nvPr/>
        </p:nvSpPr>
        <p:spPr>
          <a:xfrm>
            <a:off x="7291574" y="1020418"/>
            <a:ext cx="812400" cy="10206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8" name="Google Shape;68;p4"/>
          <p:cNvSpPr/>
          <p:nvPr/>
        </p:nvSpPr>
        <p:spPr>
          <a:xfrm>
            <a:off x="6447262" y="1020429"/>
            <a:ext cx="844200" cy="1020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69" name="Google Shape;69;p4"/>
          <p:cNvSpPr/>
          <p:nvPr/>
        </p:nvSpPr>
        <p:spPr>
          <a:xfrm>
            <a:off x="6447262" y="2040858"/>
            <a:ext cx="844200" cy="10206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0" name="Google Shape;70;p4"/>
          <p:cNvSpPr/>
          <p:nvPr/>
        </p:nvSpPr>
        <p:spPr>
          <a:xfrm>
            <a:off x="6447275" y="3061486"/>
            <a:ext cx="844200" cy="10428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1" name="Google Shape;71;p4"/>
          <p:cNvSpPr/>
          <p:nvPr/>
        </p:nvSpPr>
        <p:spPr>
          <a:xfrm>
            <a:off x="8677575" y="0"/>
            <a:ext cx="466500" cy="1020600"/>
          </a:xfrm>
          <a:prstGeom prst="snip2DiagRect">
            <a:avLst>
              <a:gd fmla="val 0" name="adj1"/>
              <a:gd fmla="val 50000"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2" name="Google Shape;72;p4"/>
          <p:cNvSpPr/>
          <p:nvPr/>
        </p:nvSpPr>
        <p:spPr>
          <a:xfrm>
            <a:off x="8677575" y="2040869"/>
            <a:ext cx="466500" cy="1020600"/>
          </a:xfrm>
          <a:prstGeom prst="snip2DiagRect">
            <a:avLst>
              <a:gd fmla="val 0" name="adj1"/>
              <a:gd fmla="val 3967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3" name="Google Shape;73;p4"/>
          <p:cNvSpPr/>
          <p:nvPr/>
        </p:nvSpPr>
        <p:spPr>
          <a:xfrm>
            <a:off x="8677575" y="1020428"/>
            <a:ext cx="466500" cy="1020600"/>
          </a:xfrm>
          <a:prstGeom prst="snip2DiagRect">
            <a:avLst>
              <a:gd fmla="val 0" name="adj1"/>
              <a:gd fmla="val 48289" name="adj2"/>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4" name="Google Shape;74;p4"/>
          <p:cNvSpPr/>
          <p:nvPr/>
        </p:nvSpPr>
        <p:spPr>
          <a:xfrm>
            <a:off x="8677577" y="3061472"/>
            <a:ext cx="466500" cy="1042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5" name="Google Shape;75;p4"/>
          <p:cNvSpPr txBox="1"/>
          <p:nvPr>
            <p:ph type="title"/>
          </p:nvPr>
        </p:nvSpPr>
        <p:spPr>
          <a:xfrm>
            <a:off x="259050" y="367084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56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BLANK_1">
    <p:bg>
      <p:bgPr>
        <a:solidFill>
          <a:schemeClr val="accent5"/>
        </a:solidFill>
      </p:bgPr>
    </p:bg>
    <p:spTree>
      <p:nvGrpSpPr>
        <p:cNvPr id="76" name="Shape 76"/>
        <p:cNvGrpSpPr/>
        <p:nvPr/>
      </p:nvGrpSpPr>
      <p:grpSpPr>
        <a:xfrm>
          <a:off x="0" y="0"/>
          <a:ext cx="0" cy="0"/>
          <a:chOff x="0" y="0"/>
          <a:chExt cx="0" cy="0"/>
        </a:xfrm>
      </p:grpSpPr>
      <p:grpSp>
        <p:nvGrpSpPr>
          <p:cNvPr id="77" name="Google Shape;77;p5"/>
          <p:cNvGrpSpPr/>
          <p:nvPr/>
        </p:nvGrpSpPr>
        <p:grpSpPr>
          <a:xfrm>
            <a:off x="4895291" y="1377627"/>
            <a:ext cx="4091726" cy="3670806"/>
            <a:chOff x="5223565" y="1672200"/>
            <a:chExt cx="3763198" cy="3376074"/>
          </a:xfrm>
        </p:grpSpPr>
        <p:sp>
          <p:nvSpPr>
            <p:cNvPr id="78" name="Google Shape;78;p5"/>
            <p:cNvSpPr/>
            <p:nvPr/>
          </p:nvSpPr>
          <p:spPr>
            <a:xfrm>
              <a:off x="8597363" y="4658874"/>
              <a:ext cx="389400" cy="389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79" name="Google Shape;79;p5"/>
            <p:cNvSpPr/>
            <p:nvPr/>
          </p:nvSpPr>
          <p:spPr>
            <a:xfrm>
              <a:off x="8221477" y="467476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0" name="Google Shape;80;p5"/>
            <p:cNvSpPr/>
            <p:nvPr/>
          </p:nvSpPr>
          <p:spPr>
            <a:xfrm>
              <a:off x="7827856" y="466875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1" name="Google Shape;81;p5"/>
            <p:cNvSpPr/>
            <p:nvPr/>
          </p:nvSpPr>
          <p:spPr>
            <a:xfrm>
              <a:off x="7434256" y="4656732"/>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2" name="Google Shape;82;p5"/>
            <p:cNvSpPr/>
            <p:nvPr/>
          </p:nvSpPr>
          <p:spPr>
            <a:xfrm>
              <a:off x="7061685" y="4674751"/>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3" name="Google Shape;83;p5"/>
            <p:cNvSpPr/>
            <p:nvPr/>
          </p:nvSpPr>
          <p:spPr>
            <a:xfrm>
              <a:off x="6674992" y="46837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4" name="Google Shape;84;p5"/>
            <p:cNvSpPr/>
            <p:nvPr/>
          </p:nvSpPr>
          <p:spPr>
            <a:xfrm>
              <a:off x="6302724" y="4703118"/>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5" name="Google Shape;85;p5"/>
            <p:cNvSpPr/>
            <p:nvPr/>
          </p:nvSpPr>
          <p:spPr>
            <a:xfrm>
              <a:off x="5931636" y="4719313"/>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6" name="Google Shape;86;p5"/>
            <p:cNvSpPr/>
            <p:nvPr/>
          </p:nvSpPr>
          <p:spPr>
            <a:xfrm>
              <a:off x="5574999" y="4754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7" name="Google Shape;87;p5"/>
            <p:cNvSpPr/>
            <p:nvPr/>
          </p:nvSpPr>
          <p:spPr>
            <a:xfrm>
              <a:off x="5223565" y="4792075"/>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8" name="Google Shape;88;p5"/>
            <p:cNvSpPr/>
            <p:nvPr/>
          </p:nvSpPr>
          <p:spPr>
            <a:xfrm>
              <a:off x="5233309" y="4405993"/>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89" name="Google Shape;89;p5"/>
            <p:cNvSpPr/>
            <p:nvPr/>
          </p:nvSpPr>
          <p:spPr>
            <a:xfrm>
              <a:off x="5255991" y="403107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0" name="Google Shape;90;p5"/>
            <p:cNvSpPr/>
            <p:nvPr/>
          </p:nvSpPr>
          <p:spPr>
            <a:xfrm>
              <a:off x="5577744" y="435924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1" name="Google Shape;91;p5"/>
            <p:cNvSpPr/>
            <p:nvPr/>
          </p:nvSpPr>
          <p:spPr>
            <a:xfrm>
              <a:off x="5597859" y="3989773"/>
              <a:ext cx="128400" cy="128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2" name="Google Shape;92;p5"/>
            <p:cNvSpPr/>
            <p:nvPr/>
          </p:nvSpPr>
          <p:spPr>
            <a:xfrm>
              <a:off x="5617892" y="3617917"/>
              <a:ext cx="88200" cy="8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3" name="Google Shape;93;p5"/>
            <p:cNvSpPr/>
            <p:nvPr/>
          </p:nvSpPr>
          <p:spPr>
            <a:xfrm>
              <a:off x="5640242" y="3256822"/>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4" name="Google Shape;94;p5"/>
            <p:cNvSpPr/>
            <p:nvPr/>
          </p:nvSpPr>
          <p:spPr>
            <a:xfrm>
              <a:off x="5947917" y="43376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5" name="Google Shape;95;p5"/>
            <p:cNvSpPr/>
            <p:nvPr/>
          </p:nvSpPr>
          <p:spPr>
            <a:xfrm>
              <a:off x="5947917" y="3948966"/>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6" name="Google Shape;96;p5"/>
            <p:cNvSpPr/>
            <p:nvPr/>
          </p:nvSpPr>
          <p:spPr>
            <a:xfrm>
              <a:off x="5971017" y="3583374"/>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7" name="Google Shape;97;p5"/>
            <p:cNvSpPr/>
            <p:nvPr/>
          </p:nvSpPr>
          <p:spPr>
            <a:xfrm>
              <a:off x="6000412" y="3213736"/>
              <a:ext cx="120600" cy="1206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8" name="Google Shape;98;p5"/>
            <p:cNvSpPr/>
            <p:nvPr/>
          </p:nvSpPr>
          <p:spPr>
            <a:xfrm>
              <a:off x="6028158" y="284821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99" name="Google Shape;99;p5"/>
            <p:cNvSpPr/>
            <p:nvPr/>
          </p:nvSpPr>
          <p:spPr>
            <a:xfrm>
              <a:off x="6310165" y="4307974"/>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0" name="Google Shape;100;p5"/>
            <p:cNvSpPr/>
            <p:nvPr/>
          </p:nvSpPr>
          <p:spPr>
            <a:xfrm>
              <a:off x="6317617" y="3928525"/>
              <a:ext cx="251100" cy="251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1" name="Google Shape;101;p5"/>
            <p:cNvSpPr/>
            <p:nvPr/>
          </p:nvSpPr>
          <p:spPr>
            <a:xfrm>
              <a:off x="6338017" y="3557025"/>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2" name="Google Shape;102;p5"/>
            <p:cNvSpPr/>
            <p:nvPr/>
          </p:nvSpPr>
          <p:spPr>
            <a:xfrm>
              <a:off x="6353659" y="3174152"/>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3" name="Google Shape;103;p5"/>
            <p:cNvSpPr/>
            <p:nvPr/>
          </p:nvSpPr>
          <p:spPr>
            <a:xfrm>
              <a:off x="6378718" y="2811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4" name="Google Shape;104;p5"/>
            <p:cNvSpPr/>
            <p:nvPr/>
          </p:nvSpPr>
          <p:spPr>
            <a:xfrm>
              <a:off x="6742842" y="2786001"/>
              <a:ext cx="190800" cy="190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5" name="Google Shape;105;p5"/>
            <p:cNvSpPr/>
            <p:nvPr/>
          </p:nvSpPr>
          <p:spPr>
            <a:xfrm>
              <a:off x="6416508" y="2460862"/>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6" name="Google Shape;106;p5"/>
            <p:cNvSpPr/>
            <p:nvPr/>
          </p:nvSpPr>
          <p:spPr>
            <a:xfrm>
              <a:off x="6767893" y="2423048"/>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7" name="Google Shape;107;p5"/>
            <p:cNvSpPr/>
            <p:nvPr/>
          </p:nvSpPr>
          <p:spPr>
            <a:xfrm>
              <a:off x="6818658" y="2063849"/>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8" name="Google Shape;108;p5"/>
            <p:cNvSpPr/>
            <p:nvPr/>
          </p:nvSpPr>
          <p:spPr>
            <a:xfrm>
              <a:off x="6725510" y="316172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09" name="Google Shape;109;p5"/>
            <p:cNvSpPr/>
            <p:nvPr/>
          </p:nvSpPr>
          <p:spPr>
            <a:xfrm>
              <a:off x="6703814" y="353649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0" name="Google Shape;110;p5"/>
            <p:cNvSpPr/>
            <p:nvPr/>
          </p:nvSpPr>
          <p:spPr>
            <a:xfrm>
              <a:off x="6693510" y="391833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1" name="Google Shape;111;p5"/>
            <p:cNvSpPr/>
            <p:nvPr/>
          </p:nvSpPr>
          <p:spPr>
            <a:xfrm>
              <a:off x="6683243" y="4298575"/>
              <a:ext cx="302100" cy="30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2" name="Google Shape;112;p5"/>
            <p:cNvSpPr/>
            <p:nvPr/>
          </p:nvSpPr>
          <p:spPr>
            <a:xfrm>
              <a:off x="7061692" y="4285375"/>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3" name="Google Shape;113;p5"/>
            <p:cNvSpPr/>
            <p:nvPr/>
          </p:nvSpPr>
          <p:spPr>
            <a:xfrm>
              <a:off x="7070692" y="3905000"/>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4" name="Google Shape;114;p5"/>
            <p:cNvSpPr/>
            <p:nvPr/>
          </p:nvSpPr>
          <p:spPr>
            <a:xfrm>
              <a:off x="7085092" y="3528700"/>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5" name="Google Shape;115;p5"/>
            <p:cNvSpPr/>
            <p:nvPr/>
          </p:nvSpPr>
          <p:spPr>
            <a:xfrm>
              <a:off x="7103018" y="3150325"/>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6" name="Google Shape;116;p5"/>
            <p:cNvSpPr/>
            <p:nvPr/>
          </p:nvSpPr>
          <p:spPr>
            <a:xfrm>
              <a:off x="7124313" y="27793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7" name="Google Shape;117;p5"/>
            <p:cNvSpPr/>
            <p:nvPr/>
          </p:nvSpPr>
          <p:spPr>
            <a:xfrm>
              <a:off x="7146044" y="2409955"/>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8" name="Google Shape;118;p5"/>
            <p:cNvSpPr/>
            <p:nvPr/>
          </p:nvSpPr>
          <p:spPr>
            <a:xfrm>
              <a:off x="7186793" y="2052175"/>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19" name="Google Shape;119;p5"/>
            <p:cNvSpPr/>
            <p:nvPr/>
          </p:nvSpPr>
          <p:spPr>
            <a:xfrm>
              <a:off x="7976817"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0" name="Google Shape;120;p5"/>
            <p:cNvSpPr/>
            <p:nvPr/>
          </p:nvSpPr>
          <p:spPr>
            <a:xfrm>
              <a:off x="8371192"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1" name="Google Shape;121;p5"/>
            <p:cNvSpPr/>
            <p:nvPr/>
          </p:nvSpPr>
          <p:spPr>
            <a:xfrm>
              <a:off x="8764889" y="1672200"/>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2" name="Google Shape;122;p5"/>
            <p:cNvSpPr/>
            <p:nvPr/>
          </p:nvSpPr>
          <p:spPr>
            <a:xfrm>
              <a:off x="7441492" y="427460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3" name="Google Shape;123;p5"/>
            <p:cNvSpPr/>
            <p:nvPr/>
          </p:nvSpPr>
          <p:spPr>
            <a:xfrm>
              <a:off x="7452292" y="3896000"/>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4" name="Google Shape;124;p5"/>
            <p:cNvSpPr/>
            <p:nvPr/>
          </p:nvSpPr>
          <p:spPr>
            <a:xfrm>
              <a:off x="7470292" y="351017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5" name="Google Shape;125;p5"/>
            <p:cNvSpPr/>
            <p:nvPr/>
          </p:nvSpPr>
          <p:spPr>
            <a:xfrm>
              <a:off x="7484692" y="3137725"/>
              <a:ext cx="281700" cy="281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6" name="Google Shape;126;p5"/>
            <p:cNvSpPr/>
            <p:nvPr/>
          </p:nvSpPr>
          <p:spPr>
            <a:xfrm>
              <a:off x="7497293" y="2761300"/>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7" name="Google Shape;127;p5"/>
            <p:cNvSpPr/>
            <p:nvPr/>
          </p:nvSpPr>
          <p:spPr>
            <a:xfrm>
              <a:off x="7515288" y="2386708"/>
              <a:ext cx="220500" cy="22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8" name="Google Shape;128;p5"/>
            <p:cNvSpPr/>
            <p:nvPr/>
          </p:nvSpPr>
          <p:spPr>
            <a:xfrm>
              <a:off x="7564468" y="2035826"/>
              <a:ext cx="140700" cy="140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29" name="Google Shape;129;p5"/>
            <p:cNvSpPr/>
            <p:nvPr/>
          </p:nvSpPr>
          <p:spPr>
            <a:xfrm>
              <a:off x="7828801" y="4272511"/>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0" name="Google Shape;130;p5"/>
            <p:cNvSpPr/>
            <p:nvPr/>
          </p:nvSpPr>
          <p:spPr>
            <a:xfrm>
              <a:off x="7835067"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1" name="Google Shape;131;p5"/>
            <p:cNvSpPr/>
            <p:nvPr/>
          </p:nvSpPr>
          <p:spPr>
            <a:xfrm>
              <a:off x="7850970" y="3509478"/>
              <a:ext cx="328500" cy="328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2" name="Google Shape;132;p5"/>
            <p:cNvSpPr/>
            <p:nvPr/>
          </p:nvSpPr>
          <p:spPr>
            <a:xfrm>
              <a:off x="78599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3" name="Google Shape;133;p5"/>
            <p:cNvSpPr/>
            <p:nvPr/>
          </p:nvSpPr>
          <p:spPr>
            <a:xfrm>
              <a:off x="7886401" y="2761299"/>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4" name="Google Shape;134;p5"/>
            <p:cNvSpPr/>
            <p:nvPr/>
          </p:nvSpPr>
          <p:spPr>
            <a:xfrm>
              <a:off x="7904067" y="2376550"/>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5" name="Google Shape;135;p5"/>
            <p:cNvSpPr/>
            <p:nvPr/>
          </p:nvSpPr>
          <p:spPr>
            <a:xfrm>
              <a:off x="7944867" y="2030125"/>
              <a:ext cx="152100" cy="152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6" name="Google Shape;136;p5"/>
            <p:cNvSpPr/>
            <p:nvPr/>
          </p:nvSpPr>
          <p:spPr>
            <a:xfrm>
              <a:off x="8330538" y="2030125"/>
              <a:ext cx="164100" cy="164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7" name="Google Shape;137;p5"/>
            <p:cNvSpPr/>
            <p:nvPr/>
          </p:nvSpPr>
          <p:spPr>
            <a:xfrm>
              <a:off x="8717639" y="2025398"/>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8" name="Google Shape;138;p5"/>
            <p:cNvSpPr/>
            <p:nvPr/>
          </p:nvSpPr>
          <p:spPr>
            <a:xfrm>
              <a:off x="8298197"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39" name="Google Shape;139;p5"/>
            <p:cNvSpPr/>
            <p:nvPr/>
          </p:nvSpPr>
          <p:spPr>
            <a:xfrm>
              <a:off x="8691644" y="2383915"/>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0" name="Google Shape;140;p5"/>
            <p:cNvSpPr/>
            <p:nvPr/>
          </p:nvSpPr>
          <p:spPr>
            <a:xfrm>
              <a:off x="827387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1" name="Google Shape;141;p5"/>
            <p:cNvSpPr/>
            <p:nvPr/>
          </p:nvSpPr>
          <p:spPr>
            <a:xfrm>
              <a:off x="8662489" y="2760682"/>
              <a:ext cx="266100" cy="266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2" name="Google Shape;142;p5"/>
            <p:cNvSpPr/>
            <p:nvPr/>
          </p:nvSpPr>
          <p:spPr>
            <a:xfrm>
              <a:off x="8248467"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3" name="Google Shape;143;p5"/>
            <p:cNvSpPr/>
            <p:nvPr/>
          </p:nvSpPr>
          <p:spPr>
            <a:xfrm>
              <a:off x="8649389" y="3123325"/>
              <a:ext cx="310500" cy="310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4" name="Google Shape;144;p5"/>
            <p:cNvSpPr/>
            <p:nvPr/>
          </p:nvSpPr>
          <p:spPr>
            <a:xfrm>
              <a:off x="8228667"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5" name="Google Shape;145;p5"/>
            <p:cNvSpPr/>
            <p:nvPr/>
          </p:nvSpPr>
          <p:spPr>
            <a:xfrm>
              <a:off x="8620488" y="3498675"/>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6" name="Google Shape;146;p5"/>
            <p:cNvSpPr/>
            <p:nvPr/>
          </p:nvSpPr>
          <p:spPr>
            <a:xfrm>
              <a:off x="822520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7" name="Google Shape;147;p5"/>
            <p:cNvSpPr/>
            <p:nvPr/>
          </p:nvSpPr>
          <p:spPr>
            <a:xfrm>
              <a:off x="8616393" y="3890650"/>
              <a:ext cx="350100" cy="35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8" name="Google Shape;148;p5"/>
            <p:cNvSpPr/>
            <p:nvPr/>
          </p:nvSpPr>
          <p:spPr>
            <a:xfrm>
              <a:off x="8217728"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49" name="Google Shape;149;p5"/>
            <p:cNvSpPr/>
            <p:nvPr/>
          </p:nvSpPr>
          <p:spPr>
            <a:xfrm>
              <a:off x="8605974" y="4274243"/>
              <a:ext cx="364500" cy="364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grpSp>
        <p:nvGrpSpPr>
          <p:cNvPr id="150" name="Google Shape;150;p5"/>
          <p:cNvGrpSpPr/>
          <p:nvPr/>
        </p:nvGrpSpPr>
        <p:grpSpPr>
          <a:xfrm>
            <a:off x="142078" y="79823"/>
            <a:ext cx="2140834" cy="1767927"/>
            <a:chOff x="142083" y="79814"/>
            <a:chExt cx="1831025" cy="1512212"/>
          </a:xfrm>
        </p:grpSpPr>
        <p:sp>
          <p:nvSpPr>
            <p:cNvPr id="151" name="Google Shape;151;p5"/>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2" name="Google Shape;152;p5"/>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3" name="Google Shape;153;p5"/>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4" name="Google Shape;154;p5"/>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5" name="Google Shape;155;p5"/>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6" name="Google Shape;156;p5"/>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7" name="Google Shape;157;p5"/>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8" name="Google Shape;158;p5"/>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59" name="Google Shape;159;p5"/>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0" name="Google Shape;160;p5"/>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1" name="Google Shape;161;p5"/>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2" name="Google Shape;162;p5"/>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3" name="Google Shape;163;p5"/>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4" name="Google Shape;164;p5"/>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5" name="Google Shape;165;p5"/>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6" name="Google Shape;166;p5"/>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7" name="Google Shape;167;p5"/>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8" name="Google Shape;168;p5"/>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69" name="Google Shape;169;p5"/>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0" name="Google Shape;170;p5"/>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1" name="Google Shape;171;p5"/>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2" name="Google Shape;172;p5"/>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3" name="Google Shape;173;p5"/>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74" name="Google Shape;174;p5"/>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grpSp>
      <p:sp>
        <p:nvSpPr>
          <p:cNvPr id="175" name="Google Shape;175;p5"/>
          <p:cNvSpPr txBox="1"/>
          <p:nvPr>
            <p:ph type="title"/>
          </p:nvPr>
        </p:nvSpPr>
        <p:spPr>
          <a:xfrm>
            <a:off x="228600" y="2160392"/>
            <a:ext cx="57609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176" name="Google Shape;176;p5"/>
          <p:cNvSpPr txBox="1"/>
          <p:nvPr>
            <p:ph idx="1" type="subTitle"/>
          </p:nvPr>
        </p:nvSpPr>
        <p:spPr>
          <a:xfrm>
            <a:off x="228600" y="2800192"/>
            <a:ext cx="4916700" cy="5064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1">
  <p:cSld name="CUSTOM">
    <p:spTree>
      <p:nvGrpSpPr>
        <p:cNvPr id="177" name="Shape 177"/>
        <p:cNvGrpSpPr/>
        <p:nvPr/>
      </p:nvGrpSpPr>
      <p:grpSpPr>
        <a:xfrm>
          <a:off x="0" y="0"/>
          <a:ext cx="0" cy="0"/>
          <a:chOff x="0" y="0"/>
          <a:chExt cx="0" cy="0"/>
        </a:xfrm>
      </p:grpSpPr>
      <p:sp>
        <p:nvSpPr>
          <p:cNvPr id="178" name="Google Shape;178;p6"/>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179" name="Google Shape;179;p6"/>
          <p:cNvSpPr/>
          <p:nvPr>
            <p:ph idx="2" type="pic"/>
          </p:nvPr>
        </p:nvSpPr>
        <p:spPr>
          <a:xfrm>
            <a:off x="228425" y="1804150"/>
            <a:ext cx="1444500" cy="1451400"/>
          </a:xfrm>
          <a:prstGeom prst="rect">
            <a:avLst/>
          </a:prstGeom>
          <a:noFill/>
          <a:ln>
            <a:noFill/>
          </a:ln>
        </p:spPr>
      </p:sp>
      <p:sp>
        <p:nvSpPr>
          <p:cNvPr id="180" name="Google Shape;180;p6"/>
          <p:cNvSpPr/>
          <p:nvPr>
            <p:ph idx="3" type="pic"/>
          </p:nvPr>
        </p:nvSpPr>
        <p:spPr>
          <a:xfrm>
            <a:off x="2036775" y="1804150"/>
            <a:ext cx="1444500" cy="1451400"/>
          </a:xfrm>
          <a:prstGeom prst="rect">
            <a:avLst/>
          </a:prstGeom>
          <a:noFill/>
          <a:ln>
            <a:noFill/>
          </a:ln>
        </p:spPr>
      </p:sp>
      <p:sp>
        <p:nvSpPr>
          <p:cNvPr id="181" name="Google Shape;181;p6"/>
          <p:cNvSpPr/>
          <p:nvPr>
            <p:ph idx="4" type="pic"/>
          </p:nvPr>
        </p:nvSpPr>
        <p:spPr>
          <a:xfrm>
            <a:off x="3844088" y="1804150"/>
            <a:ext cx="1444500" cy="1451400"/>
          </a:xfrm>
          <a:prstGeom prst="rect">
            <a:avLst/>
          </a:prstGeom>
          <a:noFill/>
          <a:ln>
            <a:noFill/>
          </a:ln>
        </p:spPr>
      </p:sp>
      <p:sp>
        <p:nvSpPr>
          <p:cNvPr id="182" name="Google Shape;182;p6"/>
          <p:cNvSpPr/>
          <p:nvPr>
            <p:ph idx="5" type="pic"/>
          </p:nvPr>
        </p:nvSpPr>
        <p:spPr>
          <a:xfrm>
            <a:off x="5655513" y="1804150"/>
            <a:ext cx="1444500" cy="1451400"/>
          </a:xfrm>
          <a:prstGeom prst="rect">
            <a:avLst/>
          </a:prstGeom>
          <a:noFill/>
          <a:ln>
            <a:noFill/>
          </a:ln>
        </p:spPr>
      </p:sp>
      <p:sp>
        <p:nvSpPr>
          <p:cNvPr id="183" name="Google Shape;183;p6"/>
          <p:cNvSpPr/>
          <p:nvPr>
            <p:ph idx="6" type="pic"/>
          </p:nvPr>
        </p:nvSpPr>
        <p:spPr>
          <a:xfrm>
            <a:off x="7470863" y="1804150"/>
            <a:ext cx="1444500" cy="1451400"/>
          </a:xfrm>
          <a:prstGeom prst="rect">
            <a:avLst/>
          </a:prstGeom>
          <a:noFill/>
          <a:ln>
            <a:noFill/>
          </a:ln>
        </p:spPr>
      </p:sp>
      <p:sp>
        <p:nvSpPr>
          <p:cNvPr id="184" name="Google Shape;184;p6"/>
          <p:cNvSpPr txBox="1"/>
          <p:nvPr>
            <p:ph idx="1" type="subTitle"/>
          </p:nvPr>
        </p:nvSpPr>
        <p:spPr>
          <a:xfrm>
            <a:off x="32670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85" name="Google Shape;185;p6"/>
          <p:cNvSpPr txBox="1"/>
          <p:nvPr>
            <p:ph idx="7" type="subTitle"/>
          </p:nvPr>
        </p:nvSpPr>
        <p:spPr>
          <a:xfrm>
            <a:off x="32670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86" name="Google Shape;186;p6"/>
          <p:cNvSpPr txBox="1"/>
          <p:nvPr>
            <p:ph idx="8" type="subTitle"/>
          </p:nvPr>
        </p:nvSpPr>
        <p:spPr>
          <a:xfrm>
            <a:off x="2131863"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7" name="Google Shape;187;p6"/>
          <p:cNvSpPr txBox="1"/>
          <p:nvPr>
            <p:ph idx="9" type="subTitle"/>
          </p:nvPr>
        </p:nvSpPr>
        <p:spPr>
          <a:xfrm>
            <a:off x="2131863"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88" name="Google Shape;188;p6"/>
          <p:cNvSpPr txBox="1"/>
          <p:nvPr>
            <p:ph idx="13" type="subTitle"/>
          </p:nvPr>
        </p:nvSpPr>
        <p:spPr>
          <a:xfrm>
            <a:off x="3945850"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89" name="Google Shape;189;p6"/>
          <p:cNvSpPr txBox="1"/>
          <p:nvPr>
            <p:ph idx="14" type="subTitle"/>
          </p:nvPr>
        </p:nvSpPr>
        <p:spPr>
          <a:xfrm>
            <a:off x="3945850"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0" name="Google Shape;190;p6"/>
          <p:cNvSpPr txBox="1"/>
          <p:nvPr>
            <p:ph idx="15" type="subTitle"/>
          </p:nvPr>
        </p:nvSpPr>
        <p:spPr>
          <a:xfrm>
            <a:off x="575346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1" name="Google Shape;191;p6"/>
          <p:cNvSpPr txBox="1"/>
          <p:nvPr>
            <p:ph idx="16" type="subTitle"/>
          </p:nvPr>
        </p:nvSpPr>
        <p:spPr>
          <a:xfrm>
            <a:off x="575346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192" name="Google Shape;192;p6"/>
          <p:cNvSpPr txBox="1"/>
          <p:nvPr>
            <p:ph idx="17" type="subTitle"/>
          </p:nvPr>
        </p:nvSpPr>
        <p:spPr>
          <a:xfrm>
            <a:off x="7569712" y="3482650"/>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193" name="Google Shape;193;p6"/>
          <p:cNvSpPr txBox="1"/>
          <p:nvPr>
            <p:ph idx="18" type="subTitle"/>
          </p:nvPr>
        </p:nvSpPr>
        <p:spPr>
          <a:xfrm>
            <a:off x="7569712" y="3803650"/>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2">
  <p:cSld name="CUSTOM_1">
    <p:spTree>
      <p:nvGrpSpPr>
        <p:cNvPr id="194" name="Shape 194"/>
        <p:cNvGrpSpPr/>
        <p:nvPr/>
      </p:nvGrpSpPr>
      <p:grpSpPr>
        <a:xfrm>
          <a:off x="0" y="0"/>
          <a:ext cx="0" cy="0"/>
          <a:chOff x="0" y="0"/>
          <a:chExt cx="0" cy="0"/>
        </a:xfrm>
      </p:grpSpPr>
      <p:sp>
        <p:nvSpPr>
          <p:cNvPr id="195" name="Google Shape;195;p7"/>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196" name="Google Shape;196;p7"/>
          <p:cNvSpPr/>
          <p:nvPr/>
        </p:nvSpPr>
        <p:spPr>
          <a:xfrm>
            <a:off x="4898537"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7" name="Google Shape;197;p7"/>
          <p:cNvSpPr/>
          <p:nvPr/>
        </p:nvSpPr>
        <p:spPr>
          <a:xfrm>
            <a:off x="5962868" y="6100"/>
            <a:ext cx="2115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8" name="Google Shape;198;p7"/>
          <p:cNvSpPr/>
          <p:nvPr/>
        </p:nvSpPr>
        <p:spPr>
          <a:xfrm>
            <a:off x="8077928" y="6100"/>
            <a:ext cx="10590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199" name="Google Shape;199;p7"/>
          <p:cNvSpPr/>
          <p:nvPr/>
        </p:nvSpPr>
        <p:spPr>
          <a:xfrm>
            <a:off x="3063300" y="6100"/>
            <a:ext cx="1835400" cy="950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200" name="Google Shape;200;p7"/>
          <p:cNvSpPr/>
          <p:nvPr>
            <p:ph idx="2" type="pic"/>
          </p:nvPr>
        </p:nvSpPr>
        <p:spPr>
          <a:xfrm>
            <a:off x="228425" y="1992125"/>
            <a:ext cx="1444500" cy="1451400"/>
          </a:xfrm>
          <a:prstGeom prst="rect">
            <a:avLst/>
          </a:prstGeom>
          <a:noFill/>
          <a:ln>
            <a:noFill/>
          </a:ln>
        </p:spPr>
      </p:sp>
      <p:sp>
        <p:nvSpPr>
          <p:cNvPr id="201" name="Google Shape;201;p7"/>
          <p:cNvSpPr/>
          <p:nvPr>
            <p:ph idx="3" type="pic"/>
          </p:nvPr>
        </p:nvSpPr>
        <p:spPr>
          <a:xfrm>
            <a:off x="2039088" y="1992125"/>
            <a:ext cx="1444500" cy="1451400"/>
          </a:xfrm>
          <a:prstGeom prst="rect">
            <a:avLst/>
          </a:prstGeom>
          <a:noFill/>
          <a:ln>
            <a:noFill/>
          </a:ln>
        </p:spPr>
      </p:sp>
      <p:sp>
        <p:nvSpPr>
          <p:cNvPr id="202" name="Google Shape;202;p7"/>
          <p:cNvSpPr/>
          <p:nvPr>
            <p:ph idx="4" type="pic"/>
          </p:nvPr>
        </p:nvSpPr>
        <p:spPr>
          <a:xfrm>
            <a:off x="3849663" y="1992125"/>
            <a:ext cx="1444500" cy="1451400"/>
          </a:xfrm>
          <a:prstGeom prst="rect">
            <a:avLst/>
          </a:prstGeom>
          <a:noFill/>
          <a:ln>
            <a:noFill/>
          </a:ln>
        </p:spPr>
      </p:sp>
      <p:sp>
        <p:nvSpPr>
          <p:cNvPr id="203" name="Google Shape;203;p7"/>
          <p:cNvSpPr/>
          <p:nvPr>
            <p:ph idx="5" type="pic"/>
          </p:nvPr>
        </p:nvSpPr>
        <p:spPr>
          <a:xfrm>
            <a:off x="5660238" y="1992125"/>
            <a:ext cx="1444500" cy="1451400"/>
          </a:xfrm>
          <a:prstGeom prst="rect">
            <a:avLst/>
          </a:prstGeom>
          <a:noFill/>
          <a:ln>
            <a:noFill/>
          </a:ln>
        </p:spPr>
      </p:sp>
      <p:sp>
        <p:nvSpPr>
          <p:cNvPr id="204" name="Google Shape;204;p7"/>
          <p:cNvSpPr/>
          <p:nvPr>
            <p:ph idx="6" type="pic"/>
          </p:nvPr>
        </p:nvSpPr>
        <p:spPr>
          <a:xfrm>
            <a:off x="7470738" y="1992125"/>
            <a:ext cx="1444500" cy="1451400"/>
          </a:xfrm>
          <a:prstGeom prst="rect">
            <a:avLst/>
          </a:prstGeom>
          <a:noFill/>
          <a:ln>
            <a:noFill/>
          </a:ln>
        </p:spPr>
      </p:sp>
      <p:sp>
        <p:nvSpPr>
          <p:cNvPr id="205" name="Google Shape;205;p7"/>
          <p:cNvSpPr txBox="1"/>
          <p:nvPr>
            <p:ph idx="1" type="subTitle"/>
          </p:nvPr>
        </p:nvSpPr>
        <p:spPr>
          <a:xfrm>
            <a:off x="326700"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06" name="Google Shape;206;p7"/>
          <p:cNvSpPr txBox="1"/>
          <p:nvPr>
            <p:ph idx="7" type="subTitle"/>
          </p:nvPr>
        </p:nvSpPr>
        <p:spPr>
          <a:xfrm>
            <a:off x="326700"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07" name="Google Shape;207;p7"/>
          <p:cNvSpPr txBox="1"/>
          <p:nvPr>
            <p:ph idx="8" type="subTitle"/>
          </p:nvPr>
        </p:nvSpPr>
        <p:spPr>
          <a:xfrm>
            <a:off x="21251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None/>
              <a:defRPr b="1" sz="10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08" name="Google Shape;208;p7"/>
          <p:cNvSpPr txBox="1"/>
          <p:nvPr>
            <p:ph idx="9" type="subTitle"/>
          </p:nvPr>
        </p:nvSpPr>
        <p:spPr>
          <a:xfrm>
            <a:off x="21251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09" name="Google Shape;209;p7"/>
          <p:cNvSpPr txBox="1"/>
          <p:nvPr>
            <p:ph idx="13" type="subTitle"/>
          </p:nvPr>
        </p:nvSpPr>
        <p:spPr>
          <a:xfrm>
            <a:off x="393566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0" name="Google Shape;210;p7"/>
          <p:cNvSpPr txBox="1"/>
          <p:nvPr>
            <p:ph idx="14" type="subTitle"/>
          </p:nvPr>
        </p:nvSpPr>
        <p:spPr>
          <a:xfrm>
            <a:off x="393566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1" name="Google Shape;211;p7"/>
          <p:cNvSpPr txBox="1"/>
          <p:nvPr>
            <p:ph idx="15" type="subTitle"/>
          </p:nvPr>
        </p:nvSpPr>
        <p:spPr>
          <a:xfrm>
            <a:off x="5746188"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2" name="Google Shape;212;p7"/>
          <p:cNvSpPr txBox="1"/>
          <p:nvPr>
            <p:ph idx="16" type="subTitle"/>
          </p:nvPr>
        </p:nvSpPr>
        <p:spPr>
          <a:xfrm>
            <a:off x="5746188"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3" name="Google Shape;213;p7"/>
          <p:cNvSpPr txBox="1"/>
          <p:nvPr>
            <p:ph idx="17" type="subTitle"/>
          </p:nvPr>
        </p:nvSpPr>
        <p:spPr>
          <a:xfrm>
            <a:off x="7556713" y="1279442"/>
            <a:ext cx="12054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000"/>
              <a:buFont typeface="Red Hat Display"/>
              <a:buNone/>
              <a:defRPr b="1" sz="1000">
                <a:solidFill>
                  <a:schemeClr val="dk2"/>
                </a:solidFill>
              </a:defRPr>
            </a:lvl1pPr>
            <a:lvl2pPr lvl="1">
              <a:spcBef>
                <a:spcPts val="0"/>
              </a:spcBef>
              <a:spcAft>
                <a:spcPts val="0"/>
              </a:spcAft>
              <a:buClr>
                <a:schemeClr val="dk2"/>
              </a:buClr>
              <a:buSzPts val="1400"/>
              <a:buFont typeface="Red Hat Display"/>
              <a:buNone/>
              <a:defRPr>
                <a:solidFill>
                  <a:schemeClr val="dk2"/>
                </a:solidFill>
              </a:defRPr>
            </a:lvl2pPr>
            <a:lvl3pPr lvl="2">
              <a:spcBef>
                <a:spcPts val="0"/>
              </a:spcBef>
              <a:spcAft>
                <a:spcPts val="0"/>
              </a:spcAft>
              <a:buClr>
                <a:schemeClr val="dk2"/>
              </a:buClr>
              <a:buSzPts val="1400"/>
              <a:buFont typeface="Red Hat Display"/>
              <a:buNone/>
              <a:defRPr>
                <a:solidFill>
                  <a:schemeClr val="dk2"/>
                </a:solidFill>
              </a:defRPr>
            </a:lvl3pPr>
            <a:lvl4pPr lvl="3">
              <a:spcBef>
                <a:spcPts val="0"/>
              </a:spcBef>
              <a:spcAft>
                <a:spcPts val="0"/>
              </a:spcAft>
              <a:buClr>
                <a:schemeClr val="dk2"/>
              </a:buClr>
              <a:buSzPts val="1400"/>
              <a:buFont typeface="Red Hat Display"/>
              <a:buNone/>
              <a:defRPr>
                <a:solidFill>
                  <a:schemeClr val="dk2"/>
                </a:solidFill>
              </a:defRPr>
            </a:lvl4pPr>
            <a:lvl5pPr lvl="4">
              <a:spcBef>
                <a:spcPts val="0"/>
              </a:spcBef>
              <a:spcAft>
                <a:spcPts val="0"/>
              </a:spcAft>
              <a:buClr>
                <a:schemeClr val="dk2"/>
              </a:buClr>
              <a:buSzPts val="1400"/>
              <a:buFont typeface="Red Hat Display"/>
              <a:buNone/>
              <a:defRPr>
                <a:solidFill>
                  <a:schemeClr val="dk2"/>
                </a:solidFill>
              </a:defRPr>
            </a:lvl5pPr>
            <a:lvl6pPr lvl="5">
              <a:spcBef>
                <a:spcPts val="0"/>
              </a:spcBef>
              <a:spcAft>
                <a:spcPts val="0"/>
              </a:spcAft>
              <a:buClr>
                <a:schemeClr val="dk2"/>
              </a:buClr>
              <a:buSzPts val="1400"/>
              <a:buFont typeface="Red Hat Display"/>
              <a:buNone/>
              <a:defRPr>
                <a:solidFill>
                  <a:schemeClr val="dk2"/>
                </a:solidFill>
              </a:defRPr>
            </a:lvl6pPr>
            <a:lvl7pPr lvl="6">
              <a:spcBef>
                <a:spcPts val="0"/>
              </a:spcBef>
              <a:spcAft>
                <a:spcPts val="0"/>
              </a:spcAft>
              <a:buClr>
                <a:schemeClr val="dk2"/>
              </a:buClr>
              <a:buSzPts val="1400"/>
              <a:buFont typeface="Red Hat Display"/>
              <a:buNone/>
              <a:defRPr>
                <a:solidFill>
                  <a:schemeClr val="dk2"/>
                </a:solidFill>
              </a:defRPr>
            </a:lvl7pPr>
            <a:lvl8pPr lvl="7">
              <a:spcBef>
                <a:spcPts val="0"/>
              </a:spcBef>
              <a:spcAft>
                <a:spcPts val="0"/>
              </a:spcAft>
              <a:buClr>
                <a:schemeClr val="dk2"/>
              </a:buClr>
              <a:buSzPts val="1400"/>
              <a:buFont typeface="Red Hat Display"/>
              <a:buNone/>
              <a:defRPr>
                <a:solidFill>
                  <a:schemeClr val="dk2"/>
                </a:solidFill>
              </a:defRPr>
            </a:lvl8pPr>
            <a:lvl9pPr lvl="8">
              <a:spcBef>
                <a:spcPts val="0"/>
              </a:spcBef>
              <a:spcAft>
                <a:spcPts val="0"/>
              </a:spcAft>
              <a:buClr>
                <a:schemeClr val="dk2"/>
              </a:buClr>
              <a:buSzPts val="1400"/>
              <a:buFont typeface="Red Hat Display"/>
              <a:buNone/>
              <a:defRPr>
                <a:solidFill>
                  <a:schemeClr val="dk2"/>
                </a:solidFill>
              </a:defRPr>
            </a:lvl9pPr>
          </a:lstStyle>
          <a:p/>
        </p:txBody>
      </p:sp>
      <p:sp>
        <p:nvSpPr>
          <p:cNvPr id="214" name="Google Shape;214;p7"/>
          <p:cNvSpPr txBox="1"/>
          <p:nvPr>
            <p:ph idx="18" type="subTitle"/>
          </p:nvPr>
        </p:nvSpPr>
        <p:spPr>
          <a:xfrm>
            <a:off x="7556713" y="1600442"/>
            <a:ext cx="1272600" cy="233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800"/>
              <a:buFont typeface="Red Hat Display"/>
              <a:buNone/>
              <a:defRPr sz="8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15" name="Google Shape;215;p7"/>
          <p:cNvSpPr txBox="1"/>
          <p:nvPr>
            <p:ph idx="19" type="body"/>
          </p:nvPr>
        </p:nvSpPr>
        <p:spPr>
          <a:xfrm>
            <a:off x="2286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6" name="Google Shape;216;p7"/>
          <p:cNvSpPr txBox="1"/>
          <p:nvPr>
            <p:ph idx="20" type="body"/>
          </p:nvPr>
        </p:nvSpPr>
        <p:spPr>
          <a:xfrm>
            <a:off x="203910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7" name="Google Shape;217;p7"/>
          <p:cNvSpPr txBox="1"/>
          <p:nvPr>
            <p:ph idx="21" type="body"/>
          </p:nvPr>
        </p:nvSpPr>
        <p:spPr>
          <a:xfrm>
            <a:off x="3849525" y="3618600"/>
            <a:ext cx="1444500" cy="1065000"/>
          </a:xfrm>
          <a:prstGeom prst="rect">
            <a:avLst/>
          </a:prstGeom>
        </p:spPr>
        <p:txBody>
          <a:bodyPr anchorCtr="0" anchor="t" bIns="91425" lIns="0" spcFirstLastPara="1" rIns="91425" wrap="square" tIns="0">
            <a:sp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Char char="○"/>
              <a:defRPr sz="800"/>
            </a:lvl2pPr>
            <a:lvl3pPr indent="-279400" lvl="2" marL="1371600">
              <a:lnSpc>
                <a:spcPct val="100000"/>
              </a:lnSpc>
              <a:spcBef>
                <a:spcPts val="0"/>
              </a:spcBef>
              <a:spcAft>
                <a:spcPts val="0"/>
              </a:spcAft>
              <a:buSzPts val="800"/>
              <a:buChar char="■"/>
              <a:defRPr sz="800"/>
            </a:lvl3pPr>
            <a:lvl4pPr indent="-279400" lvl="3" marL="1828800">
              <a:lnSpc>
                <a:spcPct val="100000"/>
              </a:lnSpc>
              <a:spcBef>
                <a:spcPts val="0"/>
              </a:spcBef>
              <a:spcAft>
                <a:spcPts val="0"/>
              </a:spcAft>
              <a:buSzPts val="800"/>
              <a:buChar char="●"/>
              <a:defRPr sz="800"/>
            </a:lvl4pPr>
            <a:lvl5pPr indent="-279400" lvl="4" marL="2286000">
              <a:lnSpc>
                <a:spcPct val="100000"/>
              </a:lnSpc>
              <a:spcBef>
                <a:spcPts val="0"/>
              </a:spcBef>
              <a:spcAft>
                <a:spcPts val="0"/>
              </a:spcAft>
              <a:buSzPts val="800"/>
              <a:buChar char="○"/>
              <a:defRPr sz="800"/>
            </a:lvl5pPr>
            <a:lvl6pPr indent="-279400" lvl="5" marL="2743200">
              <a:lnSpc>
                <a:spcPct val="100000"/>
              </a:lnSpc>
              <a:spcBef>
                <a:spcPts val="0"/>
              </a:spcBef>
              <a:spcAft>
                <a:spcPts val="0"/>
              </a:spcAft>
              <a:buSzPts val="800"/>
              <a:buChar char="■"/>
              <a:defRPr sz="800"/>
            </a:lvl6pPr>
            <a:lvl7pPr indent="-279400" lvl="6" marL="3200400">
              <a:lnSpc>
                <a:spcPct val="100000"/>
              </a:lnSpc>
              <a:spcBef>
                <a:spcPts val="0"/>
              </a:spcBef>
              <a:spcAft>
                <a:spcPts val="0"/>
              </a:spcAft>
              <a:buSzPts val="800"/>
              <a:buChar char="●"/>
              <a:defRPr sz="800"/>
            </a:lvl7pPr>
            <a:lvl8pPr indent="-279400" lvl="7" marL="3657600">
              <a:lnSpc>
                <a:spcPct val="100000"/>
              </a:lnSpc>
              <a:spcBef>
                <a:spcPts val="0"/>
              </a:spcBef>
              <a:spcAft>
                <a:spcPts val="0"/>
              </a:spcAft>
              <a:buSzPts val="800"/>
              <a:buChar char="○"/>
              <a:defRPr sz="800"/>
            </a:lvl8pPr>
            <a:lvl9pPr indent="-279400" lvl="8" marL="4114800">
              <a:lnSpc>
                <a:spcPct val="100000"/>
              </a:lnSpc>
              <a:spcBef>
                <a:spcPts val="0"/>
              </a:spcBef>
              <a:spcAft>
                <a:spcPts val="0"/>
              </a:spcAft>
              <a:buSzPts val="800"/>
              <a:buChar char="■"/>
              <a:defRPr sz="800"/>
            </a:lvl9pPr>
          </a:lstStyle>
          <a:p/>
        </p:txBody>
      </p:sp>
      <p:sp>
        <p:nvSpPr>
          <p:cNvPr id="218" name="Google Shape;218;p7"/>
          <p:cNvSpPr txBox="1"/>
          <p:nvPr>
            <p:ph idx="22" type="body"/>
          </p:nvPr>
        </p:nvSpPr>
        <p:spPr>
          <a:xfrm>
            <a:off x="5659950"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
        <p:nvSpPr>
          <p:cNvPr id="219" name="Google Shape;219;p7"/>
          <p:cNvSpPr txBox="1"/>
          <p:nvPr>
            <p:ph idx="23" type="body"/>
          </p:nvPr>
        </p:nvSpPr>
        <p:spPr>
          <a:xfrm>
            <a:off x="7470375" y="3618600"/>
            <a:ext cx="1444500" cy="1065000"/>
          </a:xfrm>
          <a:prstGeom prst="rect">
            <a:avLst/>
          </a:prstGeom>
        </p:spPr>
        <p:txBody>
          <a:bodyPr anchorCtr="0" anchor="t" bIns="91425" lIns="0" spcFirstLastPara="1" rIns="91425" wrap="square" tIns="0">
            <a:spAutoFit/>
          </a:bodyPr>
          <a:lstStyle>
            <a:lvl1pPr indent="-279400" lvl="0" marL="457200">
              <a:spcBef>
                <a:spcPts val="0"/>
              </a:spcBef>
              <a:spcAft>
                <a:spcPts val="0"/>
              </a:spcAft>
              <a:buClr>
                <a:schemeClr val="lt1"/>
              </a:buClr>
              <a:buSzPts val="800"/>
              <a:buFont typeface="Red Hat Display"/>
              <a:buChar char="●"/>
              <a:defRPr sz="800"/>
            </a:lvl1pPr>
            <a:lvl2pPr indent="-279400" lvl="1" marL="914400">
              <a:spcBef>
                <a:spcPts val="0"/>
              </a:spcBef>
              <a:spcAft>
                <a:spcPts val="0"/>
              </a:spcAft>
              <a:buClr>
                <a:schemeClr val="lt1"/>
              </a:buClr>
              <a:buSzPts val="800"/>
              <a:buFont typeface="Red Hat Display"/>
              <a:buChar char="○"/>
              <a:defRPr sz="800"/>
            </a:lvl2pPr>
            <a:lvl3pPr indent="-279400" lvl="2" marL="1371600">
              <a:spcBef>
                <a:spcPts val="0"/>
              </a:spcBef>
              <a:spcAft>
                <a:spcPts val="0"/>
              </a:spcAft>
              <a:buClr>
                <a:schemeClr val="lt1"/>
              </a:buClr>
              <a:buSzPts val="800"/>
              <a:buFont typeface="Red Hat Display"/>
              <a:buChar char="■"/>
              <a:defRPr sz="800"/>
            </a:lvl3pPr>
            <a:lvl4pPr indent="-279400" lvl="3" marL="1828800">
              <a:spcBef>
                <a:spcPts val="0"/>
              </a:spcBef>
              <a:spcAft>
                <a:spcPts val="0"/>
              </a:spcAft>
              <a:buClr>
                <a:schemeClr val="lt1"/>
              </a:buClr>
              <a:buSzPts val="800"/>
              <a:buFont typeface="Red Hat Display"/>
              <a:buChar char="●"/>
              <a:defRPr sz="800"/>
            </a:lvl4pPr>
            <a:lvl5pPr indent="-279400" lvl="4" marL="2286000">
              <a:spcBef>
                <a:spcPts val="0"/>
              </a:spcBef>
              <a:spcAft>
                <a:spcPts val="0"/>
              </a:spcAft>
              <a:buClr>
                <a:schemeClr val="lt1"/>
              </a:buClr>
              <a:buSzPts val="800"/>
              <a:buFont typeface="Red Hat Display"/>
              <a:buChar char="○"/>
              <a:defRPr sz="800"/>
            </a:lvl5pPr>
            <a:lvl6pPr indent="-279400" lvl="5" marL="2743200">
              <a:spcBef>
                <a:spcPts val="0"/>
              </a:spcBef>
              <a:spcAft>
                <a:spcPts val="0"/>
              </a:spcAft>
              <a:buClr>
                <a:schemeClr val="lt1"/>
              </a:buClr>
              <a:buSzPts val="800"/>
              <a:buFont typeface="Red Hat Display"/>
              <a:buChar char="■"/>
              <a:defRPr sz="800"/>
            </a:lvl6pPr>
            <a:lvl7pPr indent="-279400" lvl="6" marL="3200400">
              <a:spcBef>
                <a:spcPts val="0"/>
              </a:spcBef>
              <a:spcAft>
                <a:spcPts val="0"/>
              </a:spcAft>
              <a:buClr>
                <a:schemeClr val="lt1"/>
              </a:buClr>
              <a:buSzPts val="800"/>
              <a:buFont typeface="Red Hat Display"/>
              <a:buChar char="●"/>
              <a:defRPr sz="800"/>
            </a:lvl7pPr>
            <a:lvl8pPr indent="-279400" lvl="7" marL="3657600">
              <a:spcBef>
                <a:spcPts val="0"/>
              </a:spcBef>
              <a:spcAft>
                <a:spcPts val="0"/>
              </a:spcAft>
              <a:buClr>
                <a:schemeClr val="lt1"/>
              </a:buClr>
              <a:buSzPts val="800"/>
              <a:buFont typeface="Red Hat Display"/>
              <a:buChar char="○"/>
              <a:defRPr sz="800"/>
            </a:lvl8pPr>
            <a:lvl9pPr indent="-279400" lvl="8" marL="4114800">
              <a:spcBef>
                <a:spcPts val="0"/>
              </a:spcBef>
              <a:spcAft>
                <a:spcPts val="0"/>
              </a:spcAft>
              <a:buClr>
                <a:schemeClr val="lt1"/>
              </a:buClr>
              <a:buSzPts val="800"/>
              <a:buFont typeface="Red Hat Display"/>
              <a:buChar char="■"/>
              <a:defRPr sz="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BLANK_1_1_1_1">
    <p:spTree>
      <p:nvGrpSpPr>
        <p:cNvPr id="220" name="Shape 220"/>
        <p:cNvGrpSpPr/>
        <p:nvPr/>
      </p:nvGrpSpPr>
      <p:grpSpPr>
        <a:xfrm>
          <a:off x="0" y="0"/>
          <a:ext cx="0" cy="0"/>
          <a:chOff x="0" y="0"/>
          <a:chExt cx="0" cy="0"/>
        </a:xfrm>
      </p:grpSpPr>
      <p:sp>
        <p:nvSpPr>
          <p:cNvPr id="221" name="Google Shape;221;p8"/>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locks">
  <p:cSld name="BLANK_1_1_1_1_3">
    <p:spTree>
      <p:nvGrpSpPr>
        <p:cNvPr id="222" name="Shape 222"/>
        <p:cNvGrpSpPr/>
        <p:nvPr/>
      </p:nvGrpSpPr>
      <p:grpSpPr>
        <a:xfrm>
          <a:off x="0" y="0"/>
          <a:ext cx="0" cy="0"/>
          <a:chOff x="0" y="0"/>
          <a:chExt cx="0" cy="0"/>
        </a:xfrm>
      </p:grpSpPr>
      <p:sp>
        <p:nvSpPr>
          <p:cNvPr id="223" name="Google Shape;223;p9"/>
          <p:cNvSpPr txBox="1"/>
          <p:nvPr>
            <p:ph idx="1" type="subTitle"/>
          </p:nvPr>
        </p:nvSpPr>
        <p:spPr>
          <a:xfrm>
            <a:off x="424600"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4" name="Google Shape;224;p9"/>
          <p:cNvSpPr txBox="1"/>
          <p:nvPr>
            <p:ph idx="2" type="body"/>
          </p:nvPr>
        </p:nvSpPr>
        <p:spPr>
          <a:xfrm>
            <a:off x="424600"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5" name="Google Shape;225;p9"/>
          <p:cNvSpPr txBox="1"/>
          <p:nvPr>
            <p:ph idx="3" type="subTitle"/>
          </p:nvPr>
        </p:nvSpPr>
        <p:spPr>
          <a:xfrm>
            <a:off x="3329688"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6" name="Google Shape;226;p9"/>
          <p:cNvSpPr txBox="1"/>
          <p:nvPr>
            <p:ph idx="4" type="body"/>
          </p:nvPr>
        </p:nvSpPr>
        <p:spPr>
          <a:xfrm>
            <a:off x="3329688"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7" name="Google Shape;227;p9"/>
          <p:cNvSpPr txBox="1"/>
          <p:nvPr>
            <p:ph idx="5" type="subTitle"/>
          </p:nvPr>
        </p:nvSpPr>
        <p:spPr>
          <a:xfrm>
            <a:off x="6237091" y="1730976"/>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28" name="Google Shape;228;p9"/>
          <p:cNvSpPr txBox="1"/>
          <p:nvPr>
            <p:ph idx="6" type="body"/>
          </p:nvPr>
        </p:nvSpPr>
        <p:spPr>
          <a:xfrm>
            <a:off x="6237091" y="1984850"/>
            <a:ext cx="2466300" cy="9594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29" name="Google Shape;229;p9"/>
          <p:cNvSpPr txBox="1"/>
          <p:nvPr>
            <p:ph type="title"/>
          </p:nvPr>
        </p:nvSpPr>
        <p:spPr>
          <a:xfrm>
            <a:off x="228600" y="420025"/>
            <a:ext cx="48177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30" name="Google Shape;230;p9"/>
          <p:cNvSpPr txBox="1"/>
          <p:nvPr>
            <p:ph idx="7" type="subTitle"/>
          </p:nvPr>
        </p:nvSpPr>
        <p:spPr>
          <a:xfrm>
            <a:off x="424600"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1" name="Google Shape;231;p9"/>
          <p:cNvSpPr txBox="1"/>
          <p:nvPr>
            <p:ph idx="8" type="body"/>
          </p:nvPr>
        </p:nvSpPr>
        <p:spPr>
          <a:xfrm>
            <a:off x="424600"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232" name="Google Shape;232;p9"/>
          <p:cNvSpPr txBox="1"/>
          <p:nvPr>
            <p:ph idx="9" type="subTitle"/>
          </p:nvPr>
        </p:nvSpPr>
        <p:spPr>
          <a:xfrm>
            <a:off x="4815675" y="3474395"/>
            <a:ext cx="2484300" cy="1983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Font typeface="Red Hat Display"/>
              <a:buNone/>
              <a:defRPr b="1"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233" name="Google Shape;233;p9"/>
          <p:cNvSpPr txBox="1"/>
          <p:nvPr>
            <p:ph idx="13" type="body"/>
          </p:nvPr>
        </p:nvSpPr>
        <p:spPr>
          <a:xfrm>
            <a:off x="4815675" y="3724325"/>
            <a:ext cx="3718800" cy="414600"/>
          </a:xfrm>
          <a:prstGeom prst="rect">
            <a:avLst/>
          </a:prstGeom>
        </p:spPr>
        <p:txBody>
          <a:bodyPr anchorCtr="0" anchor="t" bIns="91425" lIns="0" spcFirstLastPara="1" rIns="91425"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p:cSld name="BLANK_1_1_1_1_2">
    <p:spTree>
      <p:nvGrpSpPr>
        <p:cNvPr id="234" name="Shape 234"/>
        <p:cNvGrpSpPr/>
        <p:nvPr/>
      </p:nvGrpSpPr>
      <p:grpSpPr>
        <a:xfrm>
          <a:off x="0" y="0"/>
          <a:ext cx="0" cy="0"/>
          <a:chOff x="0" y="0"/>
          <a:chExt cx="0" cy="0"/>
        </a:xfrm>
      </p:grpSpPr>
      <p:sp>
        <p:nvSpPr>
          <p:cNvPr id="235" name="Google Shape;235;p10"/>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36" name="Google Shape;236;p10"/>
          <p:cNvSpPr/>
          <p:nvPr>
            <p:ph idx="2" type="pic"/>
          </p:nvPr>
        </p:nvSpPr>
        <p:spPr>
          <a:xfrm>
            <a:off x="1446025" y="1291825"/>
            <a:ext cx="1232400" cy="1283100"/>
          </a:xfrm>
          <a:prstGeom prst="snip1Rect">
            <a:avLst>
              <a:gd fmla="val 44296" name="adj"/>
            </a:avLst>
          </a:prstGeom>
          <a:noFill/>
          <a:ln>
            <a:noFill/>
          </a:ln>
        </p:spPr>
      </p:sp>
      <p:sp>
        <p:nvSpPr>
          <p:cNvPr id="237" name="Google Shape;237;p10"/>
          <p:cNvSpPr/>
          <p:nvPr>
            <p:ph idx="3" type="pic"/>
          </p:nvPr>
        </p:nvSpPr>
        <p:spPr>
          <a:xfrm>
            <a:off x="6526650" y="1291825"/>
            <a:ext cx="1232400" cy="1283100"/>
          </a:xfrm>
          <a:prstGeom prst="snip1Rect">
            <a:avLst>
              <a:gd fmla="val 44296" name="adj"/>
            </a:avLst>
          </a:prstGeom>
          <a:noFill/>
          <a:ln>
            <a:noFill/>
          </a:ln>
        </p:spPr>
      </p:sp>
      <p:sp>
        <p:nvSpPr>
          <p:cNvPr id="238" name="Google Shape;238;p10"/>
          <p:cNvSpPr/>
          <p:nvPr>
            <p:ph idx="4" type="pic"/>
          </p:nvPr>
        </p:nvSpPr>
        <p:spPr>
          <a:xfrm>
            <a:off x="3982125" y="2570200"/>
            <a:ext cx="1232400" cy="1292100"/>
          </a:xfrm>
          <a:prstGeom prst="snip1Rect">
            <a:avLst>
              <a:gd fmla="val 44296" name="adj"/>
            </a:avLst>
          </a:prstGeom>
          <a:noFill/>
          <a:ln>
            <a:noFill/>
          </a:ln>
        </p:spPr>
      </p:sp>
      <p:sp>
        <p:nvSpPr>
          <p:cNvPr id="239" name="Google Shape;239;p10"/>
          <p:cNvSpPr txBox="1"/>
          <p:nvPr>
            <p:ph idx="1" type="subTitle"/>
          </p:nvPr>
        </p:nvSpPr>
        <p:spPr>
          <a:xfrm>
            <a:off x="228477" y="266742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40" name="Google Shape;240;p10"/>
          <p:cNvSpPr txBox="1"/>
          <p:nvPr>
            <p:ph idx="5" type="subTitle"/>
          </p:nvPr>
        </p:nvSpPr>
        <p:spPr>
          <a:xfrm>
            <a:off x="228475" y="3167625"/>
            <a:ext cx="2195100" cy="690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1" name="Google Shape;241;p10"/>
          <p:cNvSpPr txBox="1"/>
          <p:nvPr>
            <p:ph idx="6" type="subTitle"/>
          </p:nvPr>
        </p:nvSpPr>
        <p:spPr>
          <a:xfrm>
            <a:off x="2833342" y="3971788"/>
            <a:ext cx="1947300" cy="301500"/>
          </a:xfrm>
          <a:prstGeom prst="rect">
            <a:avLst/>
          </a:prstGeom>
        </p:spPr>
        <p:txBody>
          <a:bodyPr anchorCtr="0" anchor="b" bIns="0" lIns="0"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10"/>
          <p:cNvSpPr txBox="1"/>
          <p:nvPr>
            <p:ph idx="7" type="subTitle"/>
          </p:nvPr>
        </p:nvSpPr>
        <p:spPr>
          <a:xfrm>
            <a:off x="2833350" y="4471996"/>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3" name="Google Shape;243;p10"/>
          <p:cNvSpPr txBox="1"/>
          <p:nvPr>
            <p:ph idx="8" type="subTitle"/>
          </p:nvPr>
        </p:nvSpPr>
        <p:spPr>
          <a:xfrm>
            <a:off x="5382242" y="2686145"/>
            <a:ext cx="19473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200"/>
              <a:buFont typeface="Red Hat Display"/>
              <a:buNone/>
              <a:defRPr b="1" sz="12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44" name="Google Shape;244;p10"/>
          <p:cNvSpPr txBox="1"/>
          <p:nvPr>
            <p:ph idx="9" type="subTitle"/>
          </p:nvPr>
        </p:nvSpPr>
        <p:spPr>
          <a:xfrm>
            <a:off x="5382250" y="3186352"/>
            <a:ext cx="2195100" cy="440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900"/>
              <a:buFont typeface="Red Hat Display"/>
              <a:buNone/>
              <a:defRPr sz="900"/>
            </a:lvl2pPr>
            <a:lvl3pPr lvl="2">
              <a:spcBef>
                <a:spcPts val="0"/>
              </a:spcBef>
              <a:spcAft>
                <a:spcPts val="0"/>
              </a:spcAft>
              <a:buClr>
                <a:schemeClr val="lt1"/>
              </a:buClr>
              <a:buSzPts val="900"/>
              <a:buFont typeface="Red Hat Display"/>
              <a:buNone/>
              <a:defRPr sz="900"/>
            </a:lvl3pPr>
            <a:lvl4pPr lvl="3">
              <a:spcBef>
                <a:spcPts val="0"/>
              </a:spcBef>
              <a:spcAft>
                <a:spcPts val="0"/>
              </a:spcAft>
              <a:buClr>
                <a:schemeClr val="lt1"/>
              </a:buClr>
              <a:buSzPts val="900"/>
              <a:buFont typeface="Red Hat Display"/>
              <a:buNone/>
              <a:defRPr sz="900"/>
            </a:lvl4pPr>
            <a:lvl5pPr lvl="4">
              <a:spcBef>
                <a:spcPts val="0"/>
              </a:spcBef>
              <a:spcAft>
                <a:spcPts val="0"/>
              </a:spcAft>
              <a:buClr>
                <a:schemeClr val="lt1"/>
              </a:buClr>
              <a:buSzPts val="900"/>
              <a:buFont typeface="Red Hat Display"/>
              <a:buNone/>
              <a:defRPr sz="900"/>
            </a:lvl5pPr>
            <a:lvl6pPr lvl="5">
              <a:spcBef>
                <a:spcPts val="0"/>
              </a:spcBef>
              <a:spcAft>
                <a:spcPts val="0"/>
              </a:spcAft>
              <a:buClr>
                <a:schemeClr val="lt1"/>
              </a:buClr>
              <a:buSzPts val="900"/>
              <a:buFont typeface="Red Hat Display"/>
              <a:buNone/>
              <a:defRPr sz="900"/>
            </a:lvl6pPr>
            <a:lvl7pPr lvl="6">
              <a:spcBef>
                <a:spcPts val="0"/>
              </a:spcBef>
              <a:spcAft>
                <a:spcPts val="0"/>
              </a:spcAft>
              <a:buClr>
                <a:schemeClr val="lt1"/>
              </a:buClr>
              <a:buSzPts val="900"/>
              <a:buFont typeface="Red Hat Display"/>
              <a:buNone/>
              <a:defRPr sz="900"/>
            </a:lvl7pPr>
            <a:lvl8pPr lvl="7">
              <a:spcBef>
                <a:spcPts val="0"/>
              </a:spcBef>
              <a:spcAft>
                <a:spcPts val="0"/>
              </a:spcAft>
              <a:buClr>
                <a:schemeClr val="lt1"/>
              </a:buClr>
              <a:buSzPts val="900"/>
              <a:buFont typeface="Red Hat Display"/>
              <a:buNone/>
              <a:defRPr sz="900"/>
            </a:lvl8pPr>
            <a:lvl9pPr lvl="8">
              <a:spcBef>
                <a:spcPts val="0"/>
              </a:spcBef>
              <a:spcAft>
                <a:spcPts val="0"/>
              </a:spcAft>
              <a:buClr>
                <a:schemeClr val="lt1"/>
              </a:buClr>
              <a:buSzPts val="900"/>
              <a:buFont typeface="Red Hat Display"/>
              <a:buNone/>
              <a:defRPr sz="900"/>
            </a:lvl9pPr>
          </a:lstStyle>
          <a:p/>
        </p:txBody>
      </p:sp>
      <p:sp>
        <p:nvSpPr>
          <p:cNvPr id="245" name="Google Shape;245;p10"/>
          <p:cNvSpPr txBox="1"/>
          <p:nvPr>
            <p:ph idx="13" type="subTitle"/>
          </p:nvPr>
        </p:nvSpPr>
        <p:spPr>
          <a:xfrm>
            <a:off x="2418550" y="2576525"/>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46" name="Google Shape;246;p10"/>
          <p:cNvSpPr txBox="1"/>
          <p:nvPr>
            <p:ph idx="14" type="subTitle"/>
          </p:nvPr>
        </p:nvSpPr>
        <p:spPr>
          <a:xfrm>
            <a:off x="4958025" y="3866186"/>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
        <p:nvSpPr>
          <p:cNvPr id="247" name="Google Shape;247;p10"/>
          <p:cNvSpPr txBox="1"/>
          <p:nvPr>
            <p:ph idx="15" type="subTitle"/>
          </p:nvPr>
        </p:nvSpPr>
        <p:spPr>
          <a:xfrm>
            <a:off x="7502550" y="2578054"/>
            <a:ext cx="256500" cy="275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500"/>
              <a:buFont typeface="Red Hat Display Medium"/>
              <a:buNone/>
              <a:defRPr sz="500">
                <a:solidFill>
                  <a:schemeClr val="dk1"/>
                </a:solidFill>
                <a:latin typeface="Red Hat Display Medium"/>
                <a:ea typeface="Red Hat Display Medium"/>
                <a:cs typeface="Red Hat Display Medium"/>
                <a:sym typeface="Red Hat Display Medium"/>
              </a:defRPr>
            </a:lvl1pPr>
            <a:lvl2pPr lvl="1">
              <a:spcBef>
                <a:spcPts val="0"/>
              </a:spcBef>
              <a:spcAft>
                <a:spcPts val="0"/>
              </a:spcAft>
              <a:buClr>
                <a:schemeClr val="dk1"/>
              </a:buClr>
              <a:buSzPts val="1200"/>
              <a:buFont typeface="Red Hat Display"/>
              <a:buNone/>
              <a:defRPr sz="1200">
                <a:solidFill>
                  <a:schemeClr val="dk1"/>
                </a:solidFill>
              </a:defRPr>
            </a:lvl2pPr>
            <a:lvl3pPr lvl="2">
              <a:spcBef>
                <a:spcPts val="0"/>
              </a:spcBef>
              <a:spcAft>
                <a:spcPts val="0"/>
              </a:spcAft>
              <a:buClr>
                <a:schemeClr val="dk1"/>
              </a:buClr>
              <a:buSzPts val="1200"/>
              <a:buFont typeface="Red Hat Display"/>
              <a:buNone/>
              <a:defRPr sz="1200">
                <a:solidFill>
                  <a:schemeClr val="dk1"/>
                </a:solidFill>
              </a:defRPr>
            </a:lvl3pPr>
            <a:lvl4pPr lvl="3">
              <a:spcBef>
                <a:spcPts val="0"/>
              </a:spcBef>
              <a:spcAft>
                <a:spcPts val="0"/>
              </a:spcAft>
              <a:buClr>
                <a:schemeClr val="dk1"/>
              </a:buClr>
              <a:buSzPts val="1200"/>
              <a:buFont typeface="Red Hat Display"/>
              <a:buNone/>
              <a:defRPr sz="1200">
                <a:solidFill>
                  <a:schemeClr val="dk1"/>
                </a:solidFill>
              </a:defRPr>
            </a:lvl4pPr>
            <a:lvl5pPr lvl="4">
              <a:spcBef>
                <a:spcPts val="0"/>
              </a:spcBef>
              <a:spcAft>
                <a:spcPts val="0"/>
              </a:spcAft>
              <a:buClr>
                <a:schemeClr val="dk1"/>
              </a:buClr>
              <a:buSzPts val="1200"/>
              <a:buFont typeface="Red Hat Display"/>
              <a:buNone/>
              <a:defRPr sz="1200">
                <a:solidFill>
                  <a:schemeClr val="dk1"/>
                </a:solidFill>
              </a:defRPr>
            </a:lvl5pPr>
            <a:lvl6pPr lvl="5">
              <a:spcBef>
                <a:spcPts val="0"/>
              </a:spcBef>
              <a:spcAft>
                <a:spcPts val="0"/>
              </a:spcAft>
              <a:buClr>
                <a:schemeClr val="dk1"/>
              </a:buClr>
              <a:buSzPts val="1200"/>
              <a:buFont typeface="Red Hat Display"/>
              <a:buNone/>
              <a:defRPr sz="1200">
                <a:solidFill>
                  <a:schemeClr val="dk1"/>
                </a:solidFill>
              </a:defRPr>
            </a:lvl6pPr>
            <a:lvl7pPr lvl="6">
              <a:spcBef>
                <a:spcPts val="0"/>
              </a:spcBef>
              <a:spcAft>
                <a:spcPts val="0"/>
              </a:spcAft>
              <a:buClr>
                <a:schemeClr val="dk1"/>
              </a:buClr>
              <a:buSzPts val="1200"/>
              <a:buFont typeface="Red Hat Display"/>
              <a:buNone/>
              <a:defRPr sz="1200">
                <a:solidFill>
                  <a:schemeClr val="dk1"/>
                </a:solidFill>
              </a:defRPr>
            </a:lvl7pPr>
            <a:lvl8pPr lvl="7">
              <a:spcBef>
                <a:spcPts val="0"/>
              </a:spcBef>
              <a:spcAft>
                <a:spcPts val="0"/>
              </a:spcAft>
              <a:buClr>
                <a:schemeClr val="dk1"/>
              </a:buClr>
              <a:buSzPts val="1200"/>
              <a:buFont typeface="Red Hat Display"/>
              <a:buNone/>
              <a:defRPr sz="1200">
                <a:solidFill>
                  <a:schemeClr val="dk1"/>
                </a:solidFill>
              </a:defRPr>
            </a:lvl8pPr>
            <a:lvl9pPr lvl="8">
              <a:spcBef>
                <a:spcPts val="0"/>
              </a:spcBef>
              <a:spcAft>
                <a:spcPts val="0"/>
              </a:spcAft>
              <a:buClr>
                <a:schemeClr val="dk1"/>
              </a:buClr>
              <a:buSzPts val="1200"/>
              <a:buFont typeface="Red Hat Display"/>
              <a:buNone/>
              <a:defRPr sz="12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ards">
  <p:cSld name="CUSTOM_2">
    <p:spTree>
      <p:nvGrpSpPr>
        <p:cNvPr id="248" name="Shape 248"/>
        <p:cNvGrpSpPr/>
        <p:nvPr/>
      </p:nvGrpSpPr>
      <p:grpSpPr>
        <a:xfrm>
          <a:off x="0" y="0"/>
          <a:ext cx="0" cy="0"/>
          <a:chOff x="0" y="0"/>
          <a:chExt cx="0" cy="0"/>
        </a:xfrm>
      </p:grpSpPr>
      <p:pic>
        <p:nvPicPr>
          <p:cNvPr id="249" name="Google Shape;249;p11"/>
          <p:cNvPicPr preferRelativeResize="0"/>
          <p:nvPr/>
        </p:nvPicPr>
        <p:blipFill rotWithShape="1">
          <a:blip r:embed="rId2">
            <a:alphaModFix/>
          </a:blip>
          <a:srcRect b="7467" l="0" r="17931" t="6703"/>
          <a:stretch/>
        </p:blipFill>
        <p:spPr>
          <a:xfrm>
            <a:off x="5425450" y="0"/>
            <a:ext cx="3718549" cy="4097924"/>
          </a:xfrm>
          <a:prstGeom prst="rect">
            <a:avLst/>
          </a:prstGeom>
          <a:noFill/>
          <a:ln>
            <a:noFill/>
          </a:ln>
        </p:spPr>
      </p:pic>
      <p:sp>
        <p:nvSpPr>
          <p:cNvPr id="250" name="Google Shape;250;p11"/>
          <p:cNvSpPr txBox="1"/>
          <p:nvPr>
            <p:ph type="title"/>
          </p:nvPr>
        </p:nvSpPr>
        <p:spPr>
          <a:xfrm>
            <a:off x="228600" y="420017"/>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51" name="Google Shape;251;p11"/>
          <p:cNvSpPr txBox="1"/>
          <p:nvPr>
            <p:ph idx="1" type="subTitle"/>
          </p:nvPr>
        </p:nvSpPr>
        <p:spPr>
          <a:xfrm>
            <a:off x="5405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52" name="Google Shape;252;p11"/>
          <p:cNvSpPr txBox="1"/>
          <p:nvPr>
            <p:ph idx="2" type="subTitle"/>
          </p:nvPr>
        </p:nvSpPr>
        <p:spPr>
          <a:xfrm>
            <a:off x="5405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3" name="Google Shape;253;p11"/>
          <p:cNvSpPr txBox="1"/>
          <p:nvPr>
            <p:ph idx="3" type="subTitle"/>
          </p:nvPr>
        </p:nvSpPr>
        <p:spPr>
          <a:xfrm>
            <a:off x="346657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SzPts val="1000"/>
              <a:buFont typeface="Red Hat Display"/>
              <a:buNone/>
              <a:defRPr sz="1000"/>
            </a:lvl1pPr>
            <a:lvl2pPr lvl="1">
              <a:lnSpc>
                <a:spcPct val="115000"/>
              </a:lnSpc>
              <a:spcBef>
                <a:spcPts val="0"/>
              </a:spcBef>
              <a:spcAft>
                <a:spcPts val="0"/>
              </a:spcAft>
              <a:buSzPts val="1200"/>
              <a:buFont typeface="Red Hat Display"/>
              <a:buNone/>
              <a:defRPr sz="1200"/>
            </a:lvl2pPr>
            <a:lvl3pPr lvl="2">
              <a:lnSpc>
                <a:spcPct val="115000"/>
              </a:lnSpc>
              <a:spcBef>
                <a:spcPts val="0"/>
              </a:spcBef>
              <a:spcAft>
                <a:spcPts val="0"/>
              </a:spcAft>
              <a:buSzPts val="1200"/>
              <a:buFont typeface="Red Hat Display"/>
              <a:buNone/>
              <a:defRPr sz="1200"/>
            </a:lvl3pPr>
            <a:lvl4pPr lvl="3">
              <a:lnSpc>
                <a:spcPct val="115000"/>
              </a:lnSpc>
              <a:spcBef>
                <a:spcPts val="0"/>
              </a:spcBef>
              <a:spcAft>
                <a:spcPts val="0"/>
              </a:spcAft>
              <a:buSzPts val="1200"/>
              <a:buFont typeface="Red Hat Display"/>
              <a:buNone/>
              <a:defRPr sz="1200"/>
            </a:lvl4pPr>
            <a:lvl5pPr lvl="4">
              <a:lnSpc>
                <a:spcPct val="115000"/>
              </a:lnSpc>
              <a:spcBef>
                <a:spcPts val="0"/>
              </a:spcBef>
              <a:spcAft>
                <a:spcPts val="0"/>
              </a:spcAft>
              <a:buSzPts val="1200"/>
              <a:buFont typeface="Red Hat Display"/>
              <a:buNone/>
              <a:defRPr sz="1200"/>
            </a:lvl5pPr>
            <a:lvl6pPr lvl="5">
              <a:lnSpc>
                <a:spcPct val="115000"/>
              </a:lnSpc>
              <a:spcBef>
                <a:spcPts val="0"/>
              </a:spcBef>
              <a:spcAft>
                <a:spcPts val="0"/>
              </a:spcAft>
              <a:buSzPts val="1200"/>
              <a:buFont typeface="Red Hat Display"/>
              <a:buNone/>
              <a:defRPr sz="1200"/>
            </a:lvl6pPr>
            <a:lvl7pPr lvl="6">
              <a:lnSpc>
                <a:spcPct val="115000"/>
              </a:lnSpc>
              <a:spcBef>
                <a:spcPts val="0"/>
              </a:spcBef>
              <a:spcAft>
                <a:spcPts val="0"/>
              </a:spcAft>
              <a:buSzPts val="1200"/>
              <a:buFont typeface="Red Hat Display"/>
              <a:buNone/>
              <a:defRPr sz="1200"/>
            </a:lvl7pPr>
            <a:lvl8pPr lvl="7">
              <a:lnSpc>
                <a:spcPct val="115000"/>
              </a:lnSpc>
              <a:spcBef>
                <a:spcPts val="0"/>
              </a:spcBef>
              <a:spcAft>
                <a:spcPts val="0"/>
              </a:spcAft>
              <a:buSzPts val="1200"/>
              <a:buFont typeface="Red Hat Display"/>
              <a:buNone/>
              <a:defRPr sz="1200"/>
            </a:lvl8pPr>
            <a:lvl9pPr lvl="8">
              <a:lnSpc>
                <a:spcPct val="115000"/>
              </a:lnSpc>
              <a:spcBef>
                <a:spcPts val="0"/>
              </a:spcBef>
              <a:spcAft>
                <a:spcPts val="0"/>
              </a:spcAft>
              <a:buSzPts val="1200"/>
              <a:buFont typeface="Red Hat Display"/>
              <a:buNone/>
              <a:defRPr sz="1200"/>
            </a:lvl9pPr>
          </a:lstStyle>
          <a:p/>
        </p:txBody>
      </p:sp>
      <p:sp>
        <p:nvSpPr>
          <p:cNvPr id="254" name="Google Shape;254;p11"/>
          <p:cNvSpPr txBox="1"/>
          <p:nvPr>
            <p:ph idx="4" type="subTitle"/>
          </p:nvPr>
        </p:nvSpPr>
        <p:spPr>
          <a:xfrm>
            <a:off x="346657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
        <p:nvSpPr>
          <p:cNvPr id="255" name="Google Shape;255;p11"/>
          <p:cNvSpPr txBox="1"/>
          <p:nvPr>
            <p:ph idx="5" type="subTitle"/>
          </p:nvPr>
        </p:nvSpPr>
        <p:spPr>
          <a:xfrm>
            <a:off x="6392625" y="1771575"/>
            <a:ext cx="23250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256" name="Google Shape;256;p11"/>
          <p:cNvSpPr txBox="1"/>
          <p:nvPr>
            <p:ph idx="6" type="subTitle"/>
          </p:nvPr>
        </p:nvSpPr>
        <p:spPr>
          <a:xfrm>
            <a:off x="6392625" y="2628017"/>
            <a:ext cx="21990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200"/>
              <a:buFont typeface="Red Hat Display"/>
              <a:buNone/>
              <a:defRPr sz="1200"/>
            </a:lvl2pPr>
            <a:lvl3pPr lvl="2">
              <a:spcBef>
                <a:spcPts val="0"/>
              </a:spcBef>
              <a:spcAft>
                <a:spcPts val="0"/>
              </a:spcAft>
              <a:buClr>
                <a:schemeClr val="lt1"/>
              </a:buClr>
              <a:buSzPts val="1200"/>
              <a:buFont typeface="Red Hat Display"/>
              <a:buNone/>
              <a:defRPr sz="1200"/>
            </a:lvl3pPr>
            <a:lvl4pPr lvl="3">
              <a:spcBef>
                <a:spcPts val="0"/>
              </a:spcBef>
              <a:spcAft>
                <a:spcPts val="0"/>
              </a:spcAft>
              <a:buClr>
                <a:schemeClr val="lt1"/>
              </a:buClr>
              <a:buSzPts val="1200"/>
              <a:buFont typeface="Red Hat Display"/>
              <a:buNone/>
              <a:defRPr sz="1200"/>
            </a:lvl4pPr>
            <a:lvl5pPr lvl="4">
              <a:spcBef>
                <a:spcPts val="0"/>
              </a:spcBef>
              <a:spcAft>
                <a:spcPts val="0"/>
              </a:spcAft>
              <a:buClr>
                <a:schemeClr val="lt1"/>
              </a:buClr>
              <a:buSzPts val="1200"/>
              <a:buFont typeface="Red Hat Display"/>
              <a:buNone/>
              <a:defRPr sz="1200"/>
            </a:lvl5pPr>
            <a:lvl6pPr lvl="5">
              <a:spcBef>
                <a:spcPts val="0"/>
              </a:spcBef>
              <a:spcAft>
                <a:spcPts val="0"/>
              </a:spcAft>
              <a:buClr>
                <a:schemeClr val="lt1"/>
              </a:buClr>
              <a:buSzPts val="1200"/>
              <a:buFont typeface="Red Hat Display"/>
              <a:buNone/>
              <a:defRPr sz="1200"/>
            </a:lvl6pPr>
            <a:lvl7pPr lvl="6">
              <a:spcBef>
                <a:spcPts val="0"/>
              </a:spcBef>
              <a:spcAft>
                <a:spcPts val="0"/>
              </a:spcAft>
              <a:buClr>
                <a:schemeClr val="lt1"/>
              </a:buClr>
              <a:buSzPts val="1200"/>
              <a:buFont typeface="Red Hat Display"/>
              <a:buNone/>
              <a:defRPr sz="1200"/>
            </a:lvl7pPr>
            <a:lvl8pPr lvl="7">
              <a:spcBef>
                <a:spcPts val="0"/>
              </a:spcBef>
              <a:spcAft>
                <a:spcPts val="0"/>
              </a:spcAft>
              <a:buClr>
                <a:schemeClr val="lt1"/>
              </a:buClr>
              <a:buSzPts val="1200"/>
              <a:buFont typeface="Red Hat Display"/>
              <a:buNone/>
              <a:defRPr sz="1200"/>
            </a:lvl8pPr>
            <a:lvl9pPr lvl="8">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 3 ideas">
  <p:cSld name="CUSTOM_3">
    <p:spTree>
      <p:nvGrpSpPr>
        <p:cNvPr id="257" name="Shape 257"/>
        <p:cNvGrpSpPr/>
        <p:nvPr/>
      </p:nvGrpSpPr>
      <p:grpSpPr>
        <a:xfrm>
          <a:off x="0" y="0"/>
          <a:ext cx="0" cy="0"/>
          <a:chOff x="0" y="0"/>
          <a:chExt cx="0" cy="0"/>
        </a:xfrm>
      </p:grpSpPr>
      <p:pic>
        <p:nvPicPr>
          <p:cNvPr id="258" name="Google Shape;258;p12"/>
          <p:cNvPicPr preferRelativeResize="0"/>
          <p:nvPr/>
        </p:nvPicPr>
        <p:blipFill rotWithShape="1">
          <a:blip r:embed="rId2">
            <a:alphaModFix/>
          </a:blip>
          <a:srcRect b="15068" l="14900" r="18070" t="15235"/>
          <a:stretch/>
        </p:blipFill>
        <p:spPr>
          <a:xfrm>
            <a:off x="2750850" y="1538351"/>
            <a:ext cx="1791900" cy="2175997"/>
          </a:xfrm>
          <a:prstGeom prst="rect">
            <a:avLst/>
          </a:prstGeom>
          <a:noFill/>
          <a:ln>
            <a:noFill/>
          </a:ln>
        </p:spPr>
      </p:pic>
      <p:sp>
        <p:nvSpPr>
          <p:cNvPr id="259" name="Google Shape;259;p12"/>
          <p:cNvSpPr/>
          <p:nvPr/>
        </p:nvSpPr>
        <p:spPr>
          <a:xfrm rot="10800000">
            <a:off x="2020350" y="3151875"/>
            <a:ext cx="2509500" cy="1216800"/>
          </a:xfrm>
          <a:prstGeom prst="roundRect">
            <a:avLst>
              <a:gd fmla="val 0"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700">
              <a:solidFill>
                <a:schemeClr val="lt1"/>
              </a:solidFill>
              <a:latin typeface="Red Hat Display"/>
              <a:ea typeface="Red Hat Display"/>
              <a:cs typeface="Red Hat Display"/>
              <a:sym typeface="Red Hat Display"/>
            </a:endParaRPr>
          </a:p>
        </p:txBody>
      </p:sp>
      <p:sp>
        <p:nvSpPr>
          <p:cNvPr id="260" name="Google Shape;260;p12"/>
          <p:cNvSpPr txBox="1"/>
          <p:nvPr>
            <p:ph type="title"/>
          </p:nvPr>
        </p:nvSpPr>
        <p:spPr>
          <a:xfrm>
            <a:off x="228600" y="420025"/>
            <a:ext cx="4296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61" name="Google Shape;261;p12"/>
          <p:cNvSpPr/>
          <p:nvPr>
            <p:ph idx="2" type="pic"/>
          </p:nvPr>
        </p:nvSpPr>
        <p:spPr>
          <a:xfrm>
            <a:off x="228425" y="2450950"/>
            <a:ext cx="1791900" cy="1917600"/>
          </a:xfrm>
          <a:prstGeom prst="rect">
            <a:avLst/>
          </a:prstGeom>
          <a:noFill/>
          <a:ln>
            <a:noFill/>
          </a:ln>
        </p:spPr>
      </p:sp>
      <p:sp>
        <p:nvSpPr>
          <p:cNvPr id="262" name="Google Shape;262;p12"/>
          <p:cNvSpPr txBox="1"/>
          <p:nvPr>
            <p:ph idx="1" type="subTitle"/>
          </p:nvPr>
        </p:nvSpPr>
        <p:spPr>
          <a:xfrm>
            <a:off x="2150204" y="3212736"/>
            <a:ext cx="1636500" cy="301500"/>
          </a:xfrm>
          <a:prstGeom prst="rect">
            <a:avLst/>
          </a:prstGeom>
        </p:spPr>
        <p:txBody>
          <a:bodyPr anchorCtr="0" anchor="b" bIns="0" lIns="0" spcFirstLastPara="1" rIns="91425" wrap="square" tIns="91425">
            <a:noAutofit/>
          </a:bodyPr>
          <a:lstStyle>
            <a:lvl1pPr lvl="0">
              <a:spcBef>
                <a:spcPts val="0"/>
              </a:spcBef>
              <a:spcAft>
                <a:spcPts val="0"/>
              </a:spcAft>
              <a:buClr>
                <a:schemeClr val="dk2"/>
              </a:buClr>
              <a:buSzPts val="1200"/>
              <a:buNone/>
              <a:defRPr b="1" sz="1200">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63" name="Google Shape;263;p12"/>
          <p:cNvSpPr txBox="1"/>
          <p:nvPr>
            <p:ph idx="3" type="subTitle"/>
          </p:nvPr>
        </p:nvSpPr>
        <p:spPr>
          <a:xfrm>
            <a:off x="2150200" y="3668125"/>
            <a:ext cx="22611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4" name="Google Shape;264;p12"/>
          <p:cNvSpPr txBox="1"/>
          <p:nvPr>
            <p:ph idx="4" type="subTitle"/>
          </p:nvPr>
        </p:nvSpPr>
        <p:spPr>
          <a:xfrm>
            <a:off x="6122828" y="399200"/>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5" name="Google Shape;265;p12"/>
          <p:cNvSpPr txBox="1"/>
          <p:nvPr>
            <p:ph idx="5" type="subTitle"/>
          </p:nvPr>
        </p:nvSpPr>
        <p:spPr>
          <a:xfrm>
            <a:off x="6122827" y="837400"/>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6" name="Google Shape;266;p12"/>
          <p:cNvSpPr txBox="1"/>
          <p:nvPr>
            <p:ph idx="6" type="subTitle"/>
          </p:nvPr>
        </p:nvSpPr>
        <p:spPr>
          <a:xfrm>
            <a:off x="6122828" y="1964891"/>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7" name="Google Shape;267;p12"/>
          <p:cNvSpPr txBox="1"/>
          <p:nvPr>
            <p:ph idx="7" type="subTitle"/>
          </p:nvPr>
        </p:nvSpPr>
        <p:spPr>
          <a:xfrm>
            <a:off x="6122827" y="2403091"/>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68" name="Google Shape;268;p12"/>
          <p:cNvSpPr txBox="1"/>
          <p:nvPr>
            <p:ph idx="8" type="subTitle"/>
          </p:nvPr>
        </p:nvSpPr>
        <p:spPr>
          <a:xfrm>
            <a:off x="6122828" y="3532866"/>
            <a:ext cx="2792700" cy="301500"/>
          </a:xfrm>
          <a:prstGeom prst="rect">
            <a:avLst/>
          </a:prstGeom>
        </p:spPr>
        <p:txBody>
          <a:bodyPr anchorCtr="0" anchor="b" bIns="0" lIns="0" spcFirstLastPara="1" rIns="91425" wrap="square" tIns="91425">
            <a:noAutofit/>
          </a:bodyPr>
          <a:lstStyle>
            <a:lvl1pPr lvl="0">
              <a:spcBef>
                <a:spcPts val="0"/>
              </a:spcBef>
              <a:spcAft>
                <a:spcPts val="0"/>
              </a:spcAft>
              <a:buClr>
                <a:schemeClr val="lt1"/>
              </a:buClr>
              <a:buSzPts val="1000"/>
              <a:buFont typeface="Red Hat Display"/>
              <a:buNone/>
              <a:defRPr b="1"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69" name="Google Shape;269;p12"/>
          <p:cNvSpPr txBox="1"/>
          <p:nvPr>
            <p:ph idx="9" type="subTitle"/>
          </p:nvPr>
        </p:nvSpPr>
        <p:spPr>
          <a:xfrm>
            <a:off x="6122827" y="3971066"/>
            <a:ext cx="2792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ideas">
  <p:cSld name="CUSTOM_4">
    <p:spTree>
      <p:nvGrpSpPr>
        <p:cNvPr id="270" name="Shape 270"/>
        <p:cNvGrpSpPr/>
        <p:nvPr/>
      </p:nvGrpSpPr>
      <p:grpSpPr>
        <a:xfrm>
          <a:off x="0" y="0"/>
          <a:ext cx="0" cy="0"/>
          <a:chOff x="0" y="0"/>
          <a:chExt cx="0" cy="0"/>
        </a:xfrm>
      </p:grpSpPr>
      <p:sp>
        <p:nvSpPr>
          <p:cNvPr id="271" name="Google Shape;271;p13"/>
          <p:cNvSpPr txBox="1"/>
          <p:nvPr>
            <p:ph idx="1" type="subTitle"/>
          </p:nvPr>
        </p:nvSpPr>
        <p:spPr>
          <a:xfrm>
            <a:off x="4590850" y="2481900"/>
            <a:ext cx="1222800" cy="370500"/>
          </a:xfrm>
          <a:prstGeom prst="rect">
            <a:avLst/>
          </a:prstGeom>
        </p:spPr>
        <p:txBody>
          <a:bodyPr anchorCtr="0" anchor="ctr" bIns="0" lIns="0" spcFirstLastPara="1" rIns="91425" wrap="square" tIns="0">
            <a:noAutofit/>
          </a:bodyPr>
          <a:lstStyle>
            <a:lvl1pPr lvl="0" algn="ctr">
              <a:spcBef>
                <a:spcPts val="0"/>
              </a:spcBef>
              <a:spcAft>
                <a:spcPts val="0"/>
              </a:spcAft>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 name="Google Shape;272;p13"/>
          <p:cNvSpPr txBox="1"/>
          <p:nvPr>
            <p:ph idx="2" type="subTitle"/>
          </p:nvPr>
        </p:nvSpPr>
        <p:spPr>
          <a:xfrm>
            <a:off x="4590850" y="38127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3" name="Google Shape;273;p13"/>
          <p:cNvSpPr txBox="1"/>
          <p:nvPr>
            <p:ph idx="3" type="subTitle"/>
          </p:nvPr>
        </p:nvSpPr>
        <p:spPr>
          <a:xfrm>
            <a:off x="4590850" y="1151100"/>
            <a:ext cx="1222800" cy="370500"/>
          </a:xfrm>
          <a:prstGeom prst="rect">
            <a:avLst/>
          </a:prstGeom>
        </p:spPr>
        <p:txBody>
          <a:bodyPr anchorCtr="0" anchor="t" bIns="0" lIns="0" spcFirstLastPara="1" rIns="91425" wrap="square" tIns="0">
            <a:noAutofit/>
          </a:bodyPr>
          <a:lstStyle>
            <a:lvl1pPr lvl="0" algn="ctr">
              <a:spcBef>
                <a:spcPts val="0"/>
              </a:spcBef>
              <a:spcAft>
                <a:spcPts val="0"/>
              </a:spcAft>
              <a:buClr>
                <a:schemeClr val="lt1"/>
              </a:buClr>
              <a:buSzPts val="1000"/>
              <a:buFont typeface="Red Hat Display Medium"/>
              <a:buNone/>
              <a:defRPr sz="1000">
                <a:latin typeface="Red Hat Display Medium"/>
                <a:ea typeface="Red Hat Display Medium"/>
                <a:cs typeface="Red Hat Display Medium"/>
                <a:sym typeface="Red Hat Display Medium"/>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274" name="Google Shape;274;p13"/>
          <p:cNvSpPr txBox="1"/>
          <p:nvPr>
            <p:ph type="title"/>
          </p:nvPr>
        </p:nvSpPr>
        <p:spPr>
          <a:xfrm>
            <a:off x="228600" y="420025"/>
            <a:ext cx="2926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75" name="Google Shape;275;p13"/>
          <p:cNvSpPr/>
          <p:nvPr/>
        </p:nvSpPr>
        <p:spPr>
          <a:xfrm>
            <a:off x="3849550" y="11511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6" name="Google Shape;276;p13"/>
          <p:cNvSpPr/>
          <p:nvPr/>
        </p:nvSpPr>
        <p:spPr>
          <a:xfrm>
            <a:off x="3849550" y="24819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7" name="Google Shape;277;p13"/>
          <p:cNvSpPr/>
          <p:nvPr/>
        </p:nvSpPr>
        <p:spPr>
          <a:xfrm>
            <a:off x="3849550" y="-179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8" name="Google Shape;278;p13"/>
          <p:cNvSpPr/>
          <p:nvPr/>
        </p:nvSpPr>
        <p:spPr>
          <a:xfrm>
            <a:off x="3849550" y="3812700"/>
            <a:ext cx="741300" cy="1330800"/>
          </a:xfrm>
          <a:prstGeom prst="snip2DiagRect">
            <a:avLst>
              <a:gd fmla="val 0" name="adj1"/>
              <a:gd fmla="val 39159" name="adj2"/>
            </a:avLst>
          </a:prstGeom>
          <a:solidFill>
            <a:schemeClr val="dk1"/>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t/>
            </a:r>
            <a:endParaRPr sz="1000">
              <a:solidFill>
                <a:schemeClr val="lt1"/>
              </a:solidFill>
              <a:latin typeface="Red Hat Display SemiBold"/>
              <a:ea typeface="Red Hat Display SemiBold"/>
              <a:cs typeface="Red Hat Display SemiBold"/>
              <a:sym typeface="Red Hat Display SemiBold"/>
            </a:endParaRPr>
          </a:p>
        </p:txBody>
      </p:sp>
      <p:sp>
        <p:nvSpPr>
          <p:cNvPr id="279" name="Google Shape;279;p13"/>
          <p:cNvSpPr txBox="1"/>
          <p:nvPr>
            <p:ph idx="4" type="subTitle"/>
          </p:nvPr>
        </p:nvSpPr>
        <p:spPr>
          <a:xfrm>
            <a:off x="6080700" y="11999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80" name="Google Shape;280;p13"/>
          <p:cNvSpPr txBox="1"/>
          <p:nvPr>
            <p:ph idx="5" type="subTitle"/>
          </p:nvPr>
        </p:nvSpPr>
        <p:spPr>
          <a:xfrm>
            <a:off x="6080700" y="25307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
        <p:nvSpPr>
          <p:cNvPr id="281" name="Google Shape;281;p13"/>
          <p:cNvSpPr txBox="1"/>
          <p:nvPr>
            <p:ph idx="6" type="subTitle"/>
          </p:nvPr>
        </p:nvSpPr>
        <p:spPr>
          <a:xfrm>
            <a:off x="6080700" y="3861545"/>
            <a:ext cx="2834700" cy="587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900"/>
              <a:buFont typeface="Red Hat Display"/>
              <a:buNone/>
              <a:defRPr sz="900"/>
            </a:lvl1pPr>
            <a:lvl2pPr lvl="1">
              <a:spcBef>
                <a:spcPts val="0"/>
              </a:spcBef>
              <a:spcAft>
                <a:spcPts val="0"/>
              </a:spcAft>
              <a:buClr>
                <a:schemeClr val="lt1"/>
              </a:buClr>
              <a:buSzPts val="1000"/>
              <a:buFont typeface="Red Hat Display"/>
              <a:buNone/>
              <a:defRPr sz="1000"/>
            </a:lvl2pPr>
            <a:lvl3pPr lvl="2">
              <a:spcBef>
                <a:spcPts val="0"/>
              </a:spcBef>
              <a:spcAft>
                <a:spcPts val="0"/>
              </a:spcAft>
              <a:buClr>
                <a:schemeClr val="lt1"/>
              </a:buClr>
              <a:buSzPts val="1000"/>
              <a:buFont typeface="Red Hat Display"/>
              <a:buNone/>
              <a:defRPr sz="1000"/>
            </a:lvl3pPr>
            <a:lvl4pPr lvl="3">
              <a:spcBef>
                <a:spcPts val="0"/>
              </a:spcBef>
              <a:spcAft>
                <a:spcPts val="0"/>
              </a:spcAft>
              <a:buClr>
                <a:schemeClr val="lt1"/>
              </a:buClr>
              <a:buSzPts val="1000"/>
              <a:buFont typeface="Red Hat Display"/>
              <a:buNone/>
              <a:defRPr sz="1000"/>
            </a:lvl4pPr>
            <a:lvl5pPr lvl="4">
              <a:spcBef>
                <a:spcPts val="0"/>
              </a:spcBef>
              <a:spcAft>
                <a:spcPts val="0"/>
              </a:spcAft>
              <a:buClr>
                <a:schemeClr val="lt1"/>
              </a:buClr>
              <a:buSzPts val="1000"/>
              <a:buFont typeface="Red Hat Display"/>
              <a:buNone/>
              <a:defRPr sz="1000"/>
            </a:lvl5pPr>
            <a:lvl6pPr lvl="5">
              <a:spcBef>
                <a:spcPts val="0"/>
              </a:spcBef>
              <a:spcAft>
                <a:spcPts val="0"/>
              </a:spcAft>
              <a:buClr>
                <a:schemeClr val="lt1"/>
              </a:buClr>
              <a:buSzPts val="1000"/>
              <a:buFont typeface="Red Hat Display"/>
              <a:buNone/>
              <a:defRPr sz="1000"/>
            </a:lvl6pPr>
            <a:lvl7pPr lvl="6">
              <a:spcBef>
                <a:spcPts val="0"/>
              </a:spcBef>
              <a:spcAft>
                <a:spcPts val="0"/>
              </a:spcAft>
              <a:buClr>
                <a:schemeClr val="lt1"/>
              </a:buClr>
              <a:buSzPts val="1000"/>
              <a:buFont typeface="Red Hat Display"/>
              <a:buNone/>
              <a:defRPr sz="1000"/>
            </a:lvl7pPr>
            <a:lvl8pPr lvl="7">
              <a:spcBef>
                <a:spcPts val="0"/>
              </a:spcBef>
              <a:spcAft>
                <a:spcPts val="0"/>
              </a:spcAft>
              <a:buClr>
                <a:schemeClr val="lt1"/>
              </a:buClr>
              <a:buSzPts val="1000"/>
              <a:buFont typeface="Red Hat Display"/>
              <a:buNone/>
              <a:defRPr sz="1000"/>
            </a:lvl8pPr>
            <a:lvl9pPr lvl="8">
              <a:spcBef>
                <a:spcPts val="0"/>
              </a:spcBef>
              <a:spcAft>
                <a:spcPts val="0"/>
              </a:spcAft>
              <a:buClr>
                <a:schemeClr val="lt1"/>
              </a:buClr>
              <a:buSzPts val="1000"/>
              <a:buFont typeface="Red Hat Display"/>
              <a:buNone/>
              <a:defRPr sz="1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lumns w/ text">
  <p:cSld name="CUSTOM_5">
    <p:spTree>
      <p:nvGrpSpPr>
        <p:cNvPr id="282" name="Shape 282"/>
        <p:cNvGrpSpPr/>
        <p:nvPr/>
      </p:nvGrpSpPr>
      <p:grpSpPr>
        <a:xfrm>
          <a:off x="0" y="0"/>
          <a:ext cx="0" cy="0"/>
          <a:chOff x="0" y="0"/>
          <a:chExt cx="0" cy="0"/>
        </a:xfrm>
      </p:grpSpPr>
      <p:sp>
        <p:nvSpPr>
          <p:cNvPr id="283" name="Google Shape;283;p14"/>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84" name="Google Shape;284;p14"/>
          <p:cNvSpPr txBox="1"/>
          <p:nvPr>
            <p:ph idx="1" type="subTitle"/>
          </p:nvPr>
        </p:nvSpPr>
        <p:spPr>
          <a:xfrm>
            <a:off x="22952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5" name="Google Shape;285;p14"/>
          <p:cNvSpPr txBox="1"/>
          <p:nvPr>
            <p:ph idx="2" type="subTitle"/>
          </p:nvPr>
        </p:nvSpPr>
        <p:spPr>
          <a:xfrm>
            <a:off x="2427475"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6" name="Google Shape;286;p14"/>
          <p:cNvSpPr txBox="1"/>
          <p:nvPr>
            <p:ph idx="3" type="subTitle"/>
          </p:nvPr>
        </p:nvSpPr>
        <p:spPr>
          <a:xfrm>
            <a:off x="4622700" y="1803875"/>
            <a:ext cx="1776300" cy="290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None/>
              <a:defRPr>
                <a:solidFill>
                  <a:schemeClr val="dk2"/>
                </a:solidFill>
              </a:defRPr>
            </a:lvl2pPr>
            <a:lvl3pPr lvl="2" algn="ctr">
              <a:spcBef>
                <a:spcPts val="0"/>
              </a:spcBef>
              <a:spcAft>
                <a:spcPts val="0"/>
              </a:spcAft>
              <a:buClr>
                <a:schemeClr val="dk2"/>
              </a:buClr>
              <a:buSzPts val="1400"/>
              <a:buNone/>
              <a:defRPr>
                <a:solidFill>
                  <a:schemeClr val="dk2"/>
                </a:solidFill>
              </a:defRPr>
            </a:lvl3pPr>
            <a:lvl4pPr lvl="3" algn="ctr">
              <a:spcBef>
                <a:spcPts val="0"/>
              </a:spcBef>
              <a:spcAft>
                <a:spcPts val="0"/>
              </a:spcAft>
              <a:buClr>
                <a:schemeClr val="dk2"/>
              </a:buClr>
              <a:buSzPts val="1400"/>
              <a:buNone/>
              <a:defRPr>
                <a:solidFill>
                  <a:schemeClr val="dk2"/>
                </a:solidFill>
              </a:defRPr>
            </a:lvl4pPr>
            <a:lvl5pPr lvl="4" algn="ctr">
              <a:spcBef>
                <a:spcPts val="0"/>
              </a:spcBef>
              <a:spcAft>
                <a:spcPts val="0"/>
              </a:spcAft>
              <a:buClr>
                <a:schemeClr val="dk2"/>
              </a:buClr>
              <a:buSzPts val="1400"/>
              <a:buNone/>
              <a:defRPr>
                <a:solidFill>
                  <a:schemeClr val="dk2"/>
                </a:solidFill>
              </a:defRPr>
            </a:lvl5pPr>
            <a:lvl6pPr lvl="5" algn="ctr">
              <a:spcBef>
                <a:spcPts val="0"/>
              </a:spcBef>
              <a:spcAft>
                <a:spcPts val="0"/>
              </a:spcAft>
              <a:buClr>
                <a:schemeClr val="dk2"/>
              </a:buClr>
              <a:buSzPts val="1400"/>
              <a:buNone/>
              <a:defRPr>
                <a:solidFill>
                  <a:schemeClr val="dk2"/>
                </a:solidFill>
              </a:defRPr>
            </a:lvl6pPr>
            <a:lvl7pPr lvl="6" algn="ctr">
              <a:spcBef>
                <a:spcPts val="0"/>
              </a:spcBef>
              <a:spcAft>
                <a:spcPts val="0"/>
              </a:spcAft>
              <a:buClr>
                <a:schemeClr val="dk2"/>
              </a:buClr>
              <a:buSzPts val="1400"/>
              <a:buNone/>
              <a:defRPr>
                <a:solidFill>
                  <a:schemeClr val="dk2"/>
                </a:solidFill>
              </a:defRPr>
            </a:lvl7pPr>
            <a:lvl8pPr lvl="7" algn="ctr">
              <a:spcBef>
                <a:spcPts val="0"/>
              </a:spcBef>
              <a:spcAft>
                <a:spcPts val="0"/>
              </a:spcAft>
              <a:buClr>
                <a:schemeClr val="dk2"/>
              </a:buClr>
              <a:buSzPts val="1400"/>
              <a:buNone/>
              <a:defRPr>
                <a:solidFill>
                  <a:schemeClr val="dk2"/>
                </a:solidFill>
              </a:defRPr>
            </a:lvl8pPr>
            <a:lvl9pPr lvl="8" algn="ctr">
              <a:spcBef>
                <a:spcPts val="0"/>
              </a:spcBef>
              <a:spcAft>
                <a:spcPts val="0"/>
              </a:spcAft>
              <a:buClr>
                <a:schemeClr val="dk2"/>
              </a:buClr>
              <a:buSzPts val="1400"/>
              <a:buNone/>
              <a:defRPr>
                <a:solidFill>
                  <a:schemeClr val="dk2"/>
                </a:solidFill>
              </a:defRPr>
            </a:lvl9pPr>
          </a:lstStyle>
          <a:p/>
        </p:txBody>
      </p:sp>
      <p:sp>
        <p:nvSpPr>
          <p:cNvPr id="287" name="Google Shape;287;p14"/>
          <p:cNvSpPr txBox="1"/>
          <p:nvPr>
            <p:ph idx="4" type="subTitle"/>
          </p:nvPr>
        </p:nvSpPr>
        <p:spPr>
          <a:xfrm>
            <a:off x="6813656" y="1803875"/>
            <a:ext cx="1776300" cy="2907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400"/>
              <a:buFont typeface="Red Hat Display"/>
              <a:buNone/>
              <a:defRPr>
                <a:solidFill>
                  <a:schemeClr val="dk2"/>
                </a:solidFill>
              </a:defRPr>
            </a:lvl2pPr>
            <a:lvl3pPr lvl="2" algn="ctr">
              <a:spcBef>
                <a:spcPts val="0"/>
              </a:spcBef>
              <a:spcAft>
                <a:spcPts val="0"/>
              </a:spcAft>
              <a:buClr>
                <a:schemeClr val="dk2"/>
              </a:buClr>
              <a:buSzPts val="1400"/>
              <a:buFont typeface="Red Hat Display"/>
              <a:buNone/>
              <a:defRPr>
                <a:solidFill>
                  <a:schemeClr val="dk2"/>
                </a:solidFill>
              </a:defRPr>
            </a:lvl3pPr>
            <a:lvl4pPr lvl="3" algn="ctr">
              <a:spcBef>
                <a:spcPts val="0"/>
              </a:spcBef>
              <a:spcAft>
                <a:spcPts val="0"/>
              </a:spcAft>
              <a:buClr>
                <a:schemeClr val="dk2"/>
              </a:buClr>
              <a:buSzPts val="1400"/>
              <a:buFont typeface="Red Hat Display"/>
              <a:buNone/>
              <a:defRPr>
                <a:solidFill>
                  <a:schemeClr val="dk2"/>
                </a:solidFill>
              </a:defRPr>
            </a:lvl4pPr>
            <a:lvl5pPr lvl="4" algn="ctr">
              <a:spcBef>
                <a:spcPts val="0"/>
              </a:spcBef>
              <a:spcAft>
                <a:spcPts val="0"/>
              </a:spcAft>
              <a:buClr>
                <a:schemeClr val="dk2"/>
              </a:buClr>
              <a:buSzPts val="1400"/>
              <a:buFont typeface="Red Hat Display"/>
              <a:buNone/>
              <a:defRPr>
                <a:solidFill>
                  <a:schemeClr val="dk2"/>
                </a:solidFill>
              </a:defRPr>
            </a:lvl5pPr>
            <a:lvl6pPr lvl="5" algn="ctr">
              <a:spcBef>
                <a:spcPts val="0"/>
              </a:spcBef>
              <a:spcAft>
                <a:spcPts val="0"/>
              </a:spcAft>
              <a:buClr>
                <a:schemeClr val="dk2"/>
              </a:buClr>
              <a:buSzPts val="1400"/>
              <a:buFont typeface="Red Hat Display"/>
              <a:buNone/>
              <a:defRPr>
                <a:solidFill>
                  <a:schemeClr val="dk2"/>
                </a:solidFill>
              </a:defRPr>
            </a:lvl6pPr>
            <a:lvl7pPr lvl="6" algn="ctr">
              <a:spcBef>
                <a:spcPts val="0"/>
              </a:spcBef>
              <a:spcAft>
                <a:spcPts val="0"/>
              </a:spcAft>
              <a:buClr>
                <a:schemeClr val="dk2"/>
              </a:buClr>
              <a:buSzPts val="1400"/>
              <a:buFont typeface="Red Hat Display"/>
              <a:buNone/>
              <a:defRPr>
                <a:solidFill>
                  <a:schemeClr val="dk2"/>
                </a:solidFill>
              </a:defRPr>
            </a:lvl7pPr>
            <a:lvl8pPr lvl="7" algn="ctr">
              <a:spcBef>
                <a:spcPts val="0"/>
              </a:spcBef>
              <a:spcAft>
                <a:spcPts val="0"/>
              </a:spcAft>
              <a:buClr>
                <a:schemeClr val="dk2"/>
              </a:buClr>
              <a:buSzPts val="1400"/>
              <a:buFont typeface="Red Hat Display"/>
              <a:buNone/>
              <a:defRPr>
                <a:solidFill>
                  <a:schemeClr val="dk2"/>
                </a:solidFill>
              </a:defRPr>
            </a:lvl8pPr>
            <a:lvl9pPr lvl="8" algn="ctr">
              <a:spcBef>
                <a:spcPts val="0"/>
              </a:spcBef>
              <a:spcAft>
                <a:spcPts val="0"/>
              </a:spcAft>
              <a:buClr>
                <a:schemeClr val="dk2"/>
              </a:buClr>
              <a:buSzPts val="1400"/>
              <a:buFont typeface="Red Hat Display"/>
              <a:buNone/>
              <a:defRPr>
                <a:solidFill>
                  <a:schemeClr val="dk2"/>
                </a:solidFill>
              </a:defRPr>
            </a:lvl9pPr>
          </a:lstStyle>
          <a:p/>
        </p:txBody>
      </p:sp>
      <p:sp>
        <p:nvSpPr>
          <p:cNvPr id="288" name="Google Shape;288;p14"/>
          <p:cNvSpPr txBox="1"/>
          <p:nvPr>
            <p:ph idx="5" type="body"/>
          </p:nvPr>
        </p:nvSpPr>
        <p:spPr>
          <a:xfrm>
            <a:off x="561325"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89" name="Google Shape;289;p14"/>
          <p:cNvSpPr txBox="1"/>
          <p:nvPr>
            <p:ph idx="6" type="body"/>
          </p:nvPr>
        </p:nvSpPr>
        <p:spPr>
          <a:xfrm>
            <a:off x="2757388"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90" name="Google Shape;290;p14"/>
          <p:cNvSpPr txBox="1"/>
          <p:nvPr>
            <p:ph idx="7" type="body"/>
          </p:nvPr>
        </p:nvSpPr>
        <p:spPr>
          <a:xfrm>
            <a:off x="4958413" y="2353450"/>
            <a:ext cx="1566600" cy="1821300"/>
          </a:xfrm>
          <a:prstGeom prst="rect">
            <a:avLst/>
          </a:prstGeom>
        </p:spPr>
        <p:txBody>
          <a:bodyPr anchorCtr="0" anchor="t" bIns="0" lIns="0" spcFirstLastPara="1" rIns="0" wrap="square" tIns="0">
            <a:spAutoFit/>
          </a:bodyPr>
          <a:lstStyle>
            <a:lvl1pPr indent="-279400" lvl="0" marL="457200">
              <a:spcBef>
                <a:spcPts val="0"/>
              </a:spcBef>
              <a:spcAft>
                <a:spcPts val="0"/>
              </a:spcAft>
              <a:buSzPts val="800"/>
              <a:buFont typeface="Red Hat Display"/>
              <a:buChar char="●"/>
              <a:defRPr sz="800"/>
            </a:lvl1pPr>
            <a:lvl2pPr indent="-279400" lvl="1" marL="914400">
              <a:spcBef>
                <a:spcPts val="0"/>
              </a:spcBef>
              <a:spcAft>
                <a:spcPts val="0"/>
              </a:spcAft>
              <a:buSzPts val="800"/>
              <a:buFont typeface="Red Hat Display"/>
              <a:buChar char="○"/>
              <a:defRPr sz="800"/>
            </a:lvl2pPr>
            <a:lvl3pPr indent="-279400" lvl="2" marL="1371600">
              <a:spcBef>
                <a:spcPts val="0"/>
              </a:spcBef>
              <a:spcAft>
                <a:spcPts val="0"/>
              </a:spcAft>
              <a:buSzPts val="800"/>
              <a:buFont typeface="Red Hat Display"/>
              <a:buChar char="■"/>
              <a:defRPr sz="800"/>
            </a:lvl3pPr>
            <a:lvl4pPr indent="-279400" lvl="3" marL="1828800">
              <a:spcBef>
                <a:spcPts val="0"/>
              </a:spcBef>
              <a:spcAft>
                <a:spcPts val="0"/>
              </a:spcAft>
              <a:buSzPts val="800"/>
              <a:buFont typeface="Red Hat Display"/>
              <a:buChar char="●"/>
              <a:defRPr sz="800"/>
            </a:lvl4pPr>
            <a:lvl5pPr indent="-279400" lvl="4" marL="2286000">
              <a:spcBef>
                <a:spcPts val="0"/>
              </a:spcBef>
              <a:spcAft>
                <a:spcPts val="0"/>
              </a:spcAft>
              <a:buSzPts val="800"/>
              <a:buFont typeface="Red Hat Display"/>
              <a:buChar char="○"/>
              <a:defRPr sz="800"/>
            </a:lvl5pPr>
            <a:lvl6pPr indent="-279400" lvl="5" marL="2743200">
              <a:spcBef>
                <a:spcPts val="0"/>
              </a:spcBef>
              <a:spcAft>
                <a:spcPts val="0"/>
              </a:spcAft>
              <a:buSzPts val="800"/>
              <a:buFont typeface="Red Hat Display"/>
              <a:buChar char="■"/>
              <a:defRPr sz="800"/>
            </a:lvl6pPr>
            <a:lvl7pPr indent="-279400" lvl="6" marL="3200400">
              <a:spcBef>
                <a:spcPts val="0"/>
              </a:spcBef>
              <a:spcAft>
                <a:spcPts val="0"/>
              </a:spcAft>
              <a:buSzPts val="800"/>
              <a:buFont typeface="Red Hat Display"/>
              <a:buChar char="●"/>
              <a:defRPr sz="800"/>
            </a:lvl7pPr>
            <a:lvl8pPr indent="-279400" lvl="7" marL="3657600">
              <a:spcBef>
                <a:spcPts val="0"/>
              </a:spcBef>
              <a:spcAft>
                <a:spcPts val="0"/>
              </a:spcAft>
              <a:buSzPts val="800"/>
              <a:buFont typeface="Red Hat Display"/>
              <a:buChar char="○"/>
              <a:defRPr sz="800"/>
            </a:lvl8pPr>
            <a:lvl9pPr indent="-279400" lvl="8" marL="4114800">
              <a:spcBef>
                <a:spcPts val="0"/>
              </a:spcBef>
              <a:spcAft>
                <a:spcPts val="0"/>
              </a:spcAft>
              <a:buSzPts val="800"/>
              <a:buFont typeface="Red Hat Display"/>
              <a:buChar char="■"/>
              <a:defRPr sz="800"/>
            </a:lvl9pPr>
          </a:lstStyle>
          <a:p/>
        </p:txBody>
      </p:sp>
      <p:sp>
        <p:nvSpPr>
          <p:cNvPr id="291" name="Google Shape;291;p14"/>
          <p:cNvSpPr txBox="1"/>
          <p:nvPr>
            <p:ph idx="8" type="body"/>
          </p:nvPr>
        </p:nvSpPr>
        <p:spPr>
          <a:xfrm>
            <a:off x="7146863" y="2353450"/>
            <a:ext cx="1566600" cy="1821300"/>
          </a:xfrm>
          <a:prstGeom prst="rect">
            <a:avLst/>
          </a:prstGeom>
        </p:spPr>
        <p:txBody>
          <a:bodyPr anchorCtr="0" anchor="t" bIns="0" lIns="0" spcFirstLastPara="1" rIns="0" wrap="square" tIns="0">
            <a:spAutoFit/>
          </a:bodyPr>
          <a:lstStyle>
            <a:lvl1pPr indent="-279400" lvl="0" marL="457200">
              <a:lnSpc>
                <a:spcPct val="115000"/>
              </a:lnSpc>
              <a:spcBef>
                <a:spcPts val="0"/>
              </a:spcBef>
              <a:spcAft>
                <a:spcPts val="0"/>
              </a:spcAft>
              <a:buClr>
                <a:schemeClr val="lt1"/>
              </a:buClr>
              <a:buSzPts val="800"/>
              <a:buFont typeface="Red Hat Display"/>
              <a:buChar char="●"/>
              <a:defRPr sz="800"/>
            </a:lvl1pPr>
            <a:lvl2pPr indent="-279400" lvl="1" marL="914400">
              <a:lnSpc>
                <a:spcPct val="115000"/>
              </a:lnSpc>
              <a:spcBef>
                <a:spcPts val="0"/>
              </a:spcBef>
              <a:spcAft>
                <a:spcPts val="0"/>
              </a:spcAft>
              <a:buClr>
                <a:schemeClr val="lt1"/>
              </a:buClr>
              <a:buSzPts val="800"/>
              <a:buFont typeface="Red Hat Display"/>
              <a:buChar char="○"/>
              <a:defRPr sz="800"/>
            </a:lvl2pPr>
            <a:lvl3pPr indent="-279400" lvl="2" marL="1371600">
              <a:lnSpc>
                <a:spcPct val="115000"/>
              </a:lnSpc>
              <a:spcBef>
                <a:spcPts val="0"/>
              </a:spcBef>
              <a:spcAft>
                <a:spcPts val="0"/>
              </a:spcAft>
              <a:buClr>
                <a:schemeClr val="lt1"/>
              </a:buClr>
              <a:buSzPts val="800"/>
              <a:buFont typeface="Red Hat Display"/>
              <a:buChar char="■"/>
              <a:defRPr sz="800"/>
            </a:lvl3pPr>
            <a:lvl4pPr indent="-279400" lvl="3" marL="1828800">
              <a:lnSpc>
                <a:spcPct val="115000"/>
              </a:lnSpc>
              <a:spcBef>
                <a:spcPts val="0"/>
              </a:spcBef>
              <a:spcAft>
                <a:spcPts val="0"/>
              </a:spcAft>
              <a:buClr>
                <a:schemeClr val="lt1"/>
              </a:buClr>
              <a:buSzPts val="800"/>
              <a:buFont typeface="Red Hat Display"/>
              <a:buChar char="●"/>
              <a:defRPr sz="800"/>
            </a:lvl4pPr>
            <a:lvl5pPr indent="-279400" lvl="4" marL="2286000">
              <a:lnSpc>
                <a:spcPct val="115000"/>
              </a:lnSpc>
              <a:spcBef>
                <a:spcPts val="0"/>
              </a:spcBef>
              <a:spcAft>
                <a:spcPts val="0"/>
              </a:spcAft>
              <a:buClr>
                <a:schemeClr val="lt1"/>
              </a:buClr>
              <a:buSzPts val="800"/>
              <a:buFont typeface="Red Hat Display"/>
              <a:buChar char="○"/>
              <a:defRPr sz="800"/>
            </a:lvl5pPr>
            <a:lvl6pPr indent="-279400" lvl="5" marL="2743200">
              <a:lnSpc>
                <a:spcPct val="115000"/>
              </a:lnSpc>
              <a:spcBef>
                <a:spcPts val="0"/>
              </a:spcBef>
              <a:spcAft>
                <a:spcPts val="0"/>
              </a:spcAft>
              <a:buClr>
                <a:schemeClr val="lt1"/>
              </a:buClr>
              <a:buSzPts val="800"/>
              <a:buFont typeface="Red Hat Display"/>
              <a:buChar char="■"/>
              <a:defRPr sz="800"/>
            </a:lvl6pPr>
            <a:lvl7pPr indent="-279400" lvl="6" marL="3200400">
              <a:lnSpc>
                <a:spcPct val="115000"/>
              </a:lnSpc>
              <a:spcBef>
                <a:spcPts val="0"/>
              </a:spcBef>
              <a:spcAft>
                <a:spcPts val="0"/>
              </a:spcAft>
              <a:buClr>
                <a:schemeClr val="lt1"/>
              </a:buClr>
              <a:buSzPts val="800"/>
              <a:buFont typeface="Red Hat Display"/>
              <a:buChar char="●"/>
              <a:defRPr sz="800"/>
            </a:lvl7pPr>
            <a:lvl8pPr indent="-279400" lvl="7" marL="3657600">
              <a:lnSpc>
                <a:spcPct val="115000"/>
              </a:lnSpc>
              <a:spcBef>
                <a:spcPts val="0"/>
              </a:spcBef>
              <a:spcAft>
                <a:spcPts val="0"/>
              </a:spcAft>
              <a:buClr>
                <a:schemeClr val="lt1"/>
              </a:buClr>
              <a:buSzPts val="800"/>
              <a:buFont typeface="Red Hat Display"/>
              <a:buChar char="○"/>
              <a:defRPr sz="800"/>
            </a:lvl8pPr>
            <a:lvl9pPr indent="-279400" lvl="8" marL="4114800">
              <a:lnSpc>
                <a:spcPct val="115000"/>
              </a:lnSpc>
              <a:spcBef>
                <a:spcPts val="0"/>
              </a:spcBef>
              <a:spcAft>
                <a:spcPts val="0"/>
              </a:spcAft>
              <a:buClr>
                <a:schemeClr val="lt1"/>
              </a:buClr>
              <a:buSzPts val="800"/>
              <a:buFont typeface="Red Hat Display"/>
              <a:buChar char="■"/>
              <a:defRPr sz="800"/>
            </a:lvl9pPr>
          </a:lstStyle>
          <a:p/>
        </p:txBody>
      </p:sp>
      <p:sp>
        <p:nvSpPr>
          <p:cNvPr id="292" name="Google Shape;292;p14"/>
          <p:cNvSpPr txBox="1"/>
          <p:nvPr>
            <p:ph idx="9"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293" name="Google Shape;293;p14"/>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CUSTOM_5_2_3">
    <p:spTree>
      <p:nvGrpSpPr>
        <p:cNvPr id="294" name="Shape 294"/>
        <p:cNvGrpSpPr/>
        <p:nvPr/>
      </p:nvGrpSpPr>
      <p:grpSpPr>
        <a:xfrm>
          <a:off x="0" y="0"/>
          <a:ext cx="0" cy="0"/>
          <a:chOff x="0" y="0"/>
          <a:chExt cx="0" cy="0"/>
        </a:xfrm>
      </p:grpSpPr>
      <p:sp>
        <p:nvSpPr>
          <p:cNvPr id="295" name="Google Shape;295;p15"/>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296" name="Google Shape;296;p15"/>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297" name="Google Shape;297;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298" name="Google Shape;298;p15"/>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ed Hat Display"/>
              <a:ea typeface="Red Hat Display"/>
              <a:cs typeface="Red Hat Display"/>
              <a:sym typeface="Red Hat Display"/>
            </a:endParaRPr>
          </a:p>
        </p:txBody>
      </p:sp>
      <p:sp>
        <p:nvSpPr>
          <p:cNvPr id="299" name="Google Shape;299;p15"/>
          <p:cNvSpPr txBox="1"/>
          <p:nvPr>
            <p:ph idx="2" type="subTitle"/>
          </p:nvPr>
        </p:nvSpPr>
        <p:spPr>
          <a:xfrm>
            <a:off x="197717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0" name="Google Shape;300;p15"/>
          <p:cNvSpPr txBox="1"/>
          <p:nvPr>
            <p:ph idx="3" type="subTitle"/>
          </p:nvPr>
        </p:nvSpPr>
        <p:spPr>
          <a:xfrm>
            <a:off x="3623185" y="1698625"/>
            <a:ext cx="1369500" cy="2907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1" name="Google Shape;301;p15"/>
          <p:cNvSpPr txBox="1"/>
          <p:nvPr>
            <p:ph idx="4" type="subTitle"/>
          </p:nvPr>
        </p:nvSpPr>
        <p:spPr>
          <a:xfrm>
            <a:off x="5465499" y="1698625"/>
            <a:ext cx="1369500" cy="290700"/>
          </a:xfrm>
          <a:prstGeom prst="rect">
            <a:avLst/>
          </a:prstGeom>
        </p:spPr>
        <p:txBody>
          <a:bodyPr anchorCtr="0" anchor="ctr" bIns="0" lIns="0" spcFirstLastPara="1" rIns="0" wrap="square" tIns="0">
            <a:noAutofit/>
          </a:bodyPr>
          <a:lstStyle>
            <a:lvl1pPr lvl="0">
              <a:spcBef>
                <a:spcPts val="0"/>
              </a:spcBef>
              <a:spcAft>
                <a:spcPts val="0"/>
              </a:spcAft>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302" name="Google Shape;302;p15"/>
          <p:cNvSpPr txBox="1"/>
          <p:nvPr>
            <p:ph idx="5" type="subTitle"/>
          </p:nvPr>
        </p:nvSpPr>
        <p:spPr>
          <a:xfrm>
            <a:off x="385125" y="22006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3" name="Google Shape;303;p15"/>
          <p:cNvSpPr txBox="1"/>
          <p:nvPr>
            <p:ph idx="6" type="subTitle"/>
          </p:nvPr>
        </p:nvSpPr>
        <p:spPr>
          <a:xfrm>
            <a:off x="385125" y="26108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4" name="Google Shape;304;p15"/>
          <p:cNvSpPr txBox="1"/>
          <p:nvPr>
            <p:ph idx="7" type="subTitle"/>
          </p:nvPr>
        </p:nvSpPr>
        <p:spPr>
          <a:xfrm>
            <a:off x="385125" y="3024075"/>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5" name="Google Shape;305;p15"/>
          <p:cNvSpPr txBox="1"/>
          <p:nvPr>
            <p:ph idx="8" type="subTitle"/>
          </p:nvPr>
        </p:nvSpPr>
        <p:spPr>
          <a:xfrm>
            <a:off x="385125" y="342965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6" name="Google Shape;306;p15"/>
          <p:cNvSpPr txBox="1"/>
          <p:nvPr>
            <p:ph idx="9" type="subTitle"/>
          </p:nvPr>
        </p:nvSpPr>
        <p:spPr>
          <a:xfrm>
            <a:off x="385125" y="3848500"/>
            <a:ext cx="1503300" cy="410100"/>
          </a:xfrm>
          <a:prstGeom prst="rect">
            <a:avLst/>
          </a:prstGeom>
        </p:spPr>
        <p:txBody>
          <a:bodyPr anchorCtr="0" anchor="ctr" bIns="0" lIns="0" spcFirstLastPara="1" rIns="0" wrap="square" tIns="0">
            <a:noAutofit/>
          </a:bodyPr>
          <a:lstStyle>
            <a:lvl1pPr lvl="0" algn="ctr">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07" name="Google Shape;307;p15"/>
          <p:cNvSpPr txBox="1"/>
          <p:nvPr>
            <p:ph idx="13" type="subTitle"/>
          </p:nvPr>
        </p:nvSpPr>
        <p:spPr>
          <a:xfrm>
            <a:off x="1977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8" name="Google Shape;308;p15"/>
          <p:cNvSpPr txBox="1"/>
          <p:nvPr>
            <p:ph idx="14" type="subTitle"/>
          </p:nvPr>
        </p:nvSpPr>
        <p:spPr>
          <a:xfrm>
            <a:off x="1977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09" name="Google Shape;309;p15"/>
          <p:cNvSpPr txBox="1"/>
          <p:nvPr>
            <p:ph idx="15" type="subTitle"/>
          </p:nvPr>
        </p:nvSpPr>
        <p:spPr>
          <a:xfrm>
            <a:off x="1977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0" name="Google Shape;310;p15"/>
          <p:cNvSpPr txBox="1"/>
          <p:nvPr>
            <p:ph idx="16" type="subTitle"/>
          </p:nvPr>
        </p:nvSpPr>
        <p:spPr>
          <a:xfrm>
            <a:off x="1977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1" name="Google Shape;311;p15"/>
          <p:cNvSpPr txBox="1"/>
          <p:nvPr>
            <p:ph idx="17" type="subTitle"/>
          </p:nvPr>
        </p:nvSpPr>
        <p:spPr>
          <a:xfrm>
            <a:off x="1977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2" name="Google Shape;312;p15"/>
          <p:cNvSpPr txBox="1"/>
          <p:nvPr>
            <p:ph idx="18" type="subTitle"/>
          </p:nvPr>
        </p:nvSpPr>
        <p:spPr>
          <a:xfrm>
            <a:off x="3623175" y="22006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3" name="Google Shape;313;p15"/>
          <p:cNvSpPr txBox="1"/>
          <p:nvPr>
            <p:ph idx="19" type="subTitle"/>
          </p:nvPr>
        </p:nvSpPr>
        <p:spPr>
          <a:xfrm>
            <a:off x="3623175" y="26108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4" name="Google Shape;314;p15"/>
          <p:cNvSpPr txBox="1"/>
          <p:nvPr>
            <p:ph idx="20" type="subTitle"/>
          </p:nvPr>
        </p:nvSpPr>
        <p:spPr>
          <a:xfrm>
            <a:off x="3623175" y="30222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5" name="Google Shape;315;p15"/>
          <p:cNvSpPr txBox="1"/>
          <p:nvPr>
            <p:ph idx="21" type="subTitle"/>
          </p:nvPr>
        </p:nvSpPr>
        <p:spPr>
          <a:xfrm>
            <a:off x="3623175" y="343700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6" name="Google Shape;316;p15"/>
          <p:cNvSpPr txBox="1"/>
          <p:nvPr>
            <p:ph idx="22" type="subTitle"/>
          </p:nvPr>
        </p:nvSpPr>
        <p:spPr>
          <a:xfrm>
            <a:off x="3623175" y="3849450"/>
            <a:ext cx="13695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7" name="Google Shape;317;p15"/>
          <p:cNvSpPr txBox="1"/>
          <p:nvPr>
            <p:ph idx="23" type="subTitle"/>
          </p:nvPr>
        </p:nvSpPr>
        <p:spPr>
          <a:xfrm>
            <a:off x="5465501" y="22006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8" name="Google Shape;318;p15"/>
          <p:cNvSpPr txBox="1"/>
          <p:nvPr>
            <p:ph idx="24" type="subTitle"/>
          </p:nvPr>
        </p:nvSpPr>
        <p:spPr>
          <a:xfrm>
            <a:off x="5465501" y="26108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19" name="Google Shape;319;p15"/>
          <p:cNvSpPr txBox="1"/>
          <p:nvPr>
            <p:ph idx="25" type="subTitle"/>
          </p:nvPr>
        </p:nvSpPr>
        <p:spPr>
          <a:xfrm>
            <a:off x="5465501" y="30222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0" name="Google Shape;320;p15"/>
          <p:cNvSpPr txBox="1"/>
          <p:nvPr>
            <p:ph idx="26" type="subTitle"/>
          </p:nvPr>
        </p:nvSpPr>
        <p:spPr>
          <a:xfrm>
            <a:off x="5465501" y="343700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321" name="Google Shape;321;p15"/>
          <p:cNvSpPr txBox="1"/>
          <p:nvPr>
            <p:ph idx="27" type="subTitle"/>
          </p:nvPr>
        </p:nvSpPr>
        <p:spPr>
          <a:xfrm>
            <a:off x="5465501" y="3849450"/>
            <a:ext cx="2870700" cy="410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a:buNone/>
              <a:defRPr sz="1000"/>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highlights">
  <p:cSld name="CUSTOM_5_2_2">
    <p:spTree>
      <p:nvGrpSpPr>
        <p:cNvPr id="322" name="Shape 322"/>
        <p:cNvGrpSpPr/>
        <p:nvPr/>
      </p:nvGrpSpPr>
      <p:grpSpPr>
        <a:xfrm>
          <a:off x="0" y="0"/>
          <a:ext cx="0" cy="0"/>
          <a:chOff x="0" y="0"/>
          <a:chExt cx="0" cy="0"/>
        </a:xfrm>
      </p:grpSpPr>
      <p:sp>
        <p:nvSpPr>
          <p:cNvPr id="323" name="Google Shape;323;p16"/>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24" name="Google Shape;324;p16"/>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25" name="Google Shape;325;p16"/>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26" name="Google Shape;326;p16"/>
          <p:cNvSpPr txBox="1"/>
          <p:nvPr>
            <p:ph idx="2" type="subTitle"/>
          </p:nvPr>
        </p:nvSpPr>
        <p:spPr>
          <a:xfrm>
            <a:off x="229525"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7" name="Google Shape;327;p16"/>
          <p:cNvSpPr txBox="1"/>
          <p:nvPr>
            <p:ph idx="3" type="subTitle"/>
          </p:nvPr>
        </p:nvSpPr>
        <p:spPr>
          <a:xfrm>
            <a:off x="201570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8" name="Google Shape;328;p16"/>
          <p:cNvSpPr txBox="1"/>
          <p:nvPr>
            <p:ph idx="4" type="subTitle"/>
          </p:nvPr>
        </p:nvSpPr>
        <p:spPr>
          <a:xfrm>
            <a:off x="3774602"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29" name="Google Shape;329;p16"/>
          <p:cNvSpPr txBox="1"/>
          <p:nvPr>
            <p:ph idx="5" type="subTitle"/>
          </p:nvPr>
        </p:nvSpPr>
        <p:spPr>
          <a:xfrm>
            <a:off x="5616677"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30" name="Google Shape;330;p16"/>
          <p:cNvSpPr txBox="1"/>
          <p:nvPr>
            <p:ph idx="6" type="subTitle"/>
          </p:nvPr>
        </p:nvSpPr>
        <p:spPr>
          <a:xfrm>
            <a:off x="7411452"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31" name="Google Shape;331;p16"/>
          <p:cNvSpPr txBox="1"/>
          <p:nvPr>
            <p:ph idx="7" type="body"/>
          </p:nvPr>
        </p:nvSpPr>
        <p:spPr>
          <a:xfrm>
            <a:off x="3875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2" name="Google Shape;332;p16"/>
          <p:cNvSpPr txBox="1"/>
          <p:nvPr>
            <p:ph idx="8" type="body"/>
          </p:nvPr>
        </p:nvSpPr>
        <p:spPr>
          <a:xfrm>
            <a:off x="2164609" y="2820600"/>
            <a:ext cx="1239300" cy="1165200"/>
          </a:xfrm>
          <a:prstGeom prst="rect">
            <a:avLst/>
          </a:prstGeom>
        </p:spPr>
        <p:txBody>
          <a:bodyPr anchorCtr="0" anchor="t" bIns="0" lIns="0" spcFirstLastPara="1" rIns="0" wrap="square" tIns="0">
            <a:spAutoFit/>
          </a:bodyPr>
          <a:lstStyle>
            <a:lvl1pPr indent="-285750" lvl="0" marL="457200">
              <a:lnSpc>
                <a:spcPct val="100000"/>
              </a:lnSpc>
              <a:spcBef>
                <a:spcPts val="0"/>
              </a:spcBef>
              <a:spcAft>
                <a:spcPts val="0"/>
              </a:spcAft>
              <a:buClr>
                <a:schemeClr val="lt1"/>
              </a:buClr>
              <a:buSzPts val="900"/>
              <a:buFont typeface="Red Hat Display"/>
              <a:buChar char="●"/>
              <a:defRPr sz="900"/>
            </a:lvl1pPr>
            <a:lvl2pPr indent="-285750" lvl="1" marL="914400">
              <a:lnSpc>
                <a:spcPct val="100000"/>
              </a:lnSpc>
              <a:spcBef>
                <a:spcPts val="0"/>
              </a:spcBef>
              <a:spcAft>
                <a:spcPts val="0"/>
              </a:spcAft>
              <a:buClr>
                <a:schemeClr val="lt1"/>
              </a:buClr>
              <a:buSzPts val="900"/>
              <a:buFont typeface="Red Hat Display"/>
              <a:buChar char="○"/>
              <a:defRPr sz="900"/>
            </a:lvl2pPr>
            <a:lvl3pPr indent="-285750" lvl="2" marL="1371600">
              <a:lnSpc>
                <a:spcPct val="100000"/>
              </a:lnSpc>
              <a:spcBef>
                <a:spcPts val="0"/>
              </a:spcBef>
              <a:spcAft>
                <a:spcPts val="0"/>
              </a:spcAft>
              <a:buClr>
                <a:schemeClr val="lt1"/>
              </a:buClr>
              <a:buSzPts val="900"/>
              <a:buFont typeface="Red Hat Display"/>
              <a:buChar char="■"/>
              <a:defRPr sz="900"/>
            </a:lvl3pPr>
            <a:lvl4pPr indent="-285750" lvl="3" marL="1828800">
              <a:lnSpc>
                <a:spcPct val="100000"/>
              </a:lnSpc>
              <a:spcBef>
                <a:spcPts val="0"/>
              </a:spcBef>
              <a:spcAft>
                <a:spcPts val="0"/>
              </a:spcAft>
              <a:buClr>
                <a:schemeClr val="lt1"/>
              </a:buClr>
              <a:buSzPts val="900"/>
              <a:buFont typeface="Red Hat Display"/>
              <a:buChar char="●"/>
              <a:defRPr sz="900"/>
            </a:lvl4pPr>
            <a:lvl5pPr indent="-285750" lvl="4" marL="2286000">
              <a:lnSpc>
                <a:spcPct val="100000"/>
              </a:lnSpc>
              <a:spcBef>
                <a:spcPts val="0"/>
              </a:spcBef>
              <a:spcAft>
                <a:spcPts val="0"/>
              </a:spcAft>
              <a:buClr>
                <a:schemeClr val="lt1"/>
              </a:buClr>
              <a:buSzPts val="900"/>
              <a:buFont typeface="Red Hat Display"/>
              <a:buChar char="○"/>
              <a:defRPr sz="900"/>
            </a:lvl5pPr>
            <a:lvl6pPr indent="-285750" lvl="5" marL="2743200">
              <a:lnSpc>
                <a:spcPct val="100000"/>
              </a:lnSpc>
              <a:spcBef>
                <a:spcPts val="0"/>
              </a:spcBef>
              <a:spcAft>
                <a:spcPts val="0"/>
              </a:spcAft>
              <a:buClr>
                <a:schemeClr val="lt1"/>
              </a:buClr>
              <a:buSzPts val="900"/>
              <a:buFont typeface="Red Hat Display"/>
              <a:buChar char="■"/>
              <a:defRPr sz="900"/>
            </a:lvl6pPr>
            <a:lvl7pPr indent="-285750" lvl="6" marL="3200400">
              <a:lnSpc>
                <a:spcPct val="100000"/>
              </a:lnSpc>
              <a:spcBef>
                <a:spcPts val="0"/>
              </a:spcBef>
              <a:spcAft>
                <a:spcPts val="0"/>
              </a:spcAft>
              <a:buClr>
                <a:schemeClr val="lt1"/>
              </a:buClr>
              <a:buSzPts val="900"/>
              <a:buFont typeface="Red Hat Display"/>
              <a:buChar char="●"/>
              <a:defRPr sz="900"/>
            </a:lvl7pPr>
            <a:lvl8pPr indent="-285750" lvl="7" marL="3657600">
              <a:lnSpc>
                <a:spcPct val="100000"/>
              </a:lnSpc>
              <a:spcBef>
                <a:spcPts val="0"/>
              </a:spcBef>
              <a:spcAft>
                <a:spcPts val="0"/>
              </a:spcAft>
              <a:buClr>
                <a:schemeClr val="lt1"/>
              </a:buClr>
              <a:buSzPts val="900"/>
              <a:buFont typeface="Red Hat Display"/>
              <a:buChar char="○"/>
              <a:defRPr sz="900"/>
            </a:lvl8pPr>
            <a:lvl9pPr indent="-285750" lvl="8" marL="4114800">
              <a:lnSpc>
                <a:spcPct val="100000"/>
              </a:lnSpc>
              <a:spcBef>
                <a:spcPts val="0"/>
              </a:spcBef>
              <a:spcAft>
                <a:spcPts val="0"/>
              </a:spcAft>
              <a:buClr>
                <a:schemeClr val="lt1"/>
              </a:buClr>
              <a:buSzPts val="900"/>
              <a:buFont typeface="Red Hat Display"/>
              <a:buChar char="■"/>
              <a:defRPr sz="900"/>
            </a:lvl9pPr>
          </a:lstStyle>
          <a:p/>
        </p:txBody>
      </p:sp>
      <p:sp>
        <p:nvSpPr>
          <p:cNvPr id="333" name="Google Shape;333;p16"/>
          <p:cNvSpPr txBox="1"/>
          <p:nvPr>
            <p:ph idx="9" type="body"/>
          </p:nvPr>
        </p:nvSpPr>
        <p:spPr>
          <a:xfrm>
            <a:off x="39416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4" name="Google Shape;334;p16"/>
          <p:cNvSpPr txBox="1"/>
          <p:nvPr>
            <p:ph idx="13" type="body"/>
          </p:nvPr>
        </p:nvSpPr>
        <p:spPr>
          <a:xfrm>
            <a:off x="576448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
        <p:nvSpPr>
          <p:cNvPr id="335" name="Google Shape;335;p16"/>
          <p:cNvSpPr txBox="1"/>
          <p:nvPr>
            <p:ph idx="14" type="body"/>
          </p:nvPr>
        </p:nvSpPr>
        <p:spPr>
          <a:xfrm>
            <a:off x="7587334" y="2820600"/>
            <a:ext cx="1239300" cy="11652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1"/>
              </a:buClr>
              <a:buSzPts val="900"/>
              <a:buFont typeface="Red Hat Display"/>
              <a:buChar char="●"/>
              <a:defRPr/>
            </a:lvl1pPr>
            <a:lvl2pPr indent="-285750" lvl="1" marL="914400">
              <a:spcBef>
                <a:spcPts val="0"/>
              </a:spcBef>
              <a:spcAft>
                <a:spcPts val="0"/>
              </a:spcAft>
              <a:buClr>
                <a:schemeClr val="lt1"/>
              </a:buClr>
              <a:buSzPts val="900"/>
              <a:buFont typeface="Red Hat Display"/>
              <a:buChar char="○"/>
              <a:defRPr/>
            </a:lvl2pPr>
            <a:lvl3pPr indent="-285750" lvl="2" marL="1371600">
              <a:spcBef>
                <a:spcPts val="0"/>
              </a:spcBef>
              <a:spcAft>
                <a:spcPts val="0"/>
              </a:spcAft>
              <a:buClr>
                <a:schemeClr val="lt1"/>
              </a:buClr>
              <a:buSzPts val="900"/>
              <a:buFont typeface="Red Hat Display"/>
              <a:buChar char="■"/>
              <a:defRPr/>
            </a:lvl3pPr>
            <a:lvl4pPr indent="-285750" lvl="3" marL="1828800">
              <a:spcBef>
                <a:spcPts val="0"/>
              </a:spcBef>
              <a:spcAft>
                <a:spcPts val="0"/>
              </a:spcAft>
              <a:buClr>
                <a:schemeClr val="lt1"/>
              </a:buClr>
              <a:buSzPts val="900"/>
              <a:buFont typeface="Red Hat Display"/>
              <a:buChar char="●"/>
              <a:defRPr/>
            </a:lvl4pPr>
            <a:lvl5pPr indent="-285750" lvl="4" marL="2286000">
              <a:spcBef>
                <a:spcPts val="0"/>
              </a:spcBef>
              <a:spcAft>
                <a:spcPts val="0"/>
              </a:spcAft>
              <a:buClr>
                <a:schemeClr val="lt1"/>
              </a:buClr>
              <a:buSzPts val="900"/>
              <a:buFont typeface="Red Hat Display"/>
              <a:buChar char="○"/>
              <a:defRPr/>
            </a:lvl5pPr>
            <a:lvl6pPr indent="-285750" lvl="5" marL="2743200">
              <a:spcBef>
                <a:spcPts val="0"/>
              </a:spcBef>
              <a:spcAft>
                <a:spcPts val="0"/>
              </a:spcAft>
              <a:buClr>
                <a:schemeClr val="lt1"/>
              </a:buClr>
              <a:buSzPts val="900"/>
              <a:buFont typeface="Red Hat Display"/>
              <a:buChar char="■"/>
              <a:defRPr/>
            </a:lvl6pPr>
            <a:lvl7pPr indent="-285750" lvl="6" marL="3200400">
              <a:spcBef>
                <a:spcPts val="0"/>
              </a:spcBef>
              <a:spcAft>
                <a:spcPts val="0"/>
              </a:spcAft>
              <a:buClr>
                <a:schemeClr val="lt1"/>
              </a:buClr>
              <a:buSzPts val="900"/>
              <a:buFont typeface="Red Hat Display"/>
              <a:buChar char="●"/>
              <a:defRPr/>
            </a:lvl7pPr>
            <a:lvl8pPr indent="-285750" lvl="7" marL="3657600">
              <a:spcBef>
                <a:spcPts val="0"/>
              </a:spcBef>
              <a:spcAft>
                <a:spcPts val="0"/>
              </a:spcAft>
              <a:buClr>
                <a:schemeClr val="lt1"/>
              </a:buClr>
              <a:buSzPts val="900"/>
              <a:buFont typeface="Red Hat Display"/>
              <a:buChar char="○"/>
              <a:defRPr/>
            </a:lvl8pPr>
            <a:lvl9pPr indent="-285750" lvl="8" marL="4114800">
              <a:spcBef>
                <a:spcPts val="0"/>
              </a:spcBef>
              <a:spcAft>
                <a:spcPts val="0"/>
              </a:spcAft>
              <a:buClr>
                <a:schemeClr val="lt1"/>
              </a:buClr>
              <a:buSzPts val="900"/>
              <a:buFont typeface="Red Hat Display"/>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w/ dots">
  <p:cSld name="CUSTOM_5_2_1">
    <p:spTree>
      <p:nvGrpSpPr>
        <p:cNvPr id="336" name="Shape 336"/>
        <p:cNvGrpSpPr/>
        <p:nvPr/>
      </p:nvGrpSpPr>
      <p:grpSpPr>
        <a:xfrm>
          <a:off x="0" y="0"/>
          <a:ext cx="0" cy="0"/>
          <a:chOff x="0" y="0"/>
          <a:chExt cx="0" cy="0"/>
        </a:xfrm>
      </p:grpSpPr>
      <p:sp>
        <p:nvSpPr>
          <p:cNvPr id="337" name="Google Shape;337;p17"/>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38" name="Google Shape;338;p17"/>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39" name="Google Shape;339;p17"/>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0" name="Google Shape;340;p17"/>
          <p:cNvSpPr txBox="1"/>
          <p:nvPr>
            <p:ph idx="2" type="subTitle"/>
          </p:nvPr>
        </p:nvSpPr>
        <p:spPr>
          <a:xfrm>
            <a:off x="35170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1" name="Google Shape;341;p17"/>
          <p:cNvSpPr txBox="1"/>
          <p:nvPr>
            <p:ph idx="3" type="subTitle"/>
          </p:nvPr>
        </p:nvSpPr>
        <p:spPr>
          <a:xfrm>
            <a:off x="3315050" y="2435600"/>
            <a:ext cx="1500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2" name="Google Shape;342;p17"/>
          <p:cNvSpPr txBox="1"/>
          <p:nvPr>
            <p:ph idx="4" type="subTitle"/>
          </p:nvPr>
        </p:nvSpPr>
        <p:spPr>
          <a:xfrm>
            <a:off x="6278400" y="2435600"/>
            <a:ext cx="1500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43" name="Google Shape;343;p17"/>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grpSp>
        <p:nvGrpSpPr>
          <p:cNvPr id="344" name="Google Shape;344;p17"/>
          <p:cNvGrpSpPr/>
          <p:nvPr/>
        </p:nvGrpSpPr>
        <p:grpSpPr>
          <a:xfrm flipH="1">
            <a:off x="6903656" y="79823"/>
            <a:ext cx="2140834" cy="1767927"/>
            <a:chOff x="142083" y="79814"/>
            <a:chExt cx="1831025" cy="1512212"/>
          </a:xfrm>
        </p:grpSpPr>
        <p:sp>
          <p:nvSpPr>
            <p:cNvPr id="345" name="Google Shape;345;p17"/>
            <p:cNvSpPr/>
            <p:nvPr/>
          </p:nvSpPr>
          <p:spPr>
            <a:xfrm>
              <a:off x="142083" y="798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6" name="Google Shape;346;p17"/>
            <p:cNvSpPr/>
            <p:nvPr/>
          </p:nvSpPr>
          <p:spPr>
            <a:xfrm>
              <a:off x="487858" y="872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7" name="Google Shape;347;p17"/>
            <p:cNvSpPr/>
            <p:nvPr/>
          </p:nvSpPr>
          <p:spPr>
            <a:xfrm>
              <a:off x="839135" y="872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8" name="Google Shape;348;p17"/>
            <p:cNvSpPr/>
            <p:nvPr/>
          </p:nvSpPr>
          <p:spPr>
            <a:xfrm>
              <a:off x="1191033" y="1054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49" name="Google Shape;349;p17"/>
            <p:cNvSpPr/>
            <p:nvPr/>
          </p:nvSpPr>
          <p:spPr>
            <a:xfrm>
              <a:off x="1537808" y="1154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0" name="Google Shape;350;p17"/>
            <p:cNvSpPr/>
            <p:nvPr/>
          </p:nvSpPr>
          <p:spPr>
            <a:xfrm>
              <a:off x="1908008" y="1487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1" name="Google Shape;351;p17"/>
            <p:cNvSpPr/>
            <p:nvPr/>
          </p:nvSpPr>
          <p:spPr>
            <a:xfrm>
              <a:off x="164883" y="4226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2" name="Google Shape;352;p17"/>
            <p:cNvSpPr/>
            <p:nvPr/>
          </p:nvSpPr>
          <p:spPr>
            <a:xfrm>
              <a:off x="506960" y="4278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3" name="Google Shape;353;p17"/>
            <p:cNvSpPr/>
            <p:nvPr/>
          </p:nvSpPr>
          <p:spPr>
            <a:xfrm>
              <a:off x="854387" y="4367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4" name="Google Shape;354;p17"/>
            <p:cNvSpPr/>
            <p:nvPr/>
          </p:nvSpPr>
          <p:spPr>
            <a:xfrm>
              <a:off x="1202034" y="4503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5" name="Google Shape;355;p17"/>
            <p:cNvSpPr/>
            <p:nvPr/>
          </p:nvSpPr>
          <p:spPr>
            <a:xfrm>
              <a:off x="1558407" y="4700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6" name="Google Shape;356;p17"/>
            <p:cNvSpPr/>
            <p:nvPr/>
          </p:nvSpPr>
          <p:spPr>
            <a:xfrm>
              <a:off x="1924408" y="4998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7" name="Google Shape;357;p17"/>
            <p:cNvSpPr/>
            <p:nvPr/>
          </p:nvSpPr>
          <p:spPr>
            <a:xfrm>
              <a:off x="529964" y="7756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8" name="Google Shape;358;p17"/>
            <p:cNvSpPr/>
            <p:nvPr/>
          </p:nvSpPr>
          <p:spPr>
            <a:xfrm>
              <a:off x="185718" y="7654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59" name="Google Shape;359;p17"/>
            <p:cNvSpPr/>
            <p:nvPr/>
          </p:nvSpPr>
          <p:spPr>
            <a:xfrm>
              <a:off x="873448" y="7840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0" name="Google Shape;360;p17"/>
            <p:cNvSpPr/>
            <p:nvPr/>
          </p:nvSpPr>
          <p:spPr>
            <a:xfrm>
              <a:off x="1230921" y="8045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1" name="Google Shape;361;p17"/>
            <p:cNvSpPr/>
            <p:nvPr/>
          </p:nvSpPr>
          <p:spPr>
            <a:xfrm>
              <a:off x="1577346" y="8242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2" name="Google Shape;362;p17"/>
            <p:cNvSpPr/>
            <p:nvPr/>
          </p:nvSpPr>
          <p:spPr>
            <a:xfrm>
              <a:off x="551148" y="11221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3" name="Google Shape;363;p17"/>
            <p:cNvSpPr/>
            <p:nvPr/>
          </p:nvSpPr>
          <p:spPr>
            <a:xfrm>
              <a:off x="201014" y="11153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4" name="Google Shape;364;p17"/>
            <p:cNvSpPr/>
            <p:nvPr/>
          </p:nvSpPr>
          <p:spPr>
            <a:xfrm>
              <a:off x="900639" y="11443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5" name="Google Shape;365;p17"/>
            <p:cNvSpPr/>
            <p:nvPr/>
          </p:nvSpPr>
          <p:spPr>
            <a:xfrm>
              <a:off x="1258496" y="11609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6" name="Google Shape;366;p17"/>
            <p:cNvSpPr/>
            <p:nvPr/>
          </p:nvSpPr>
          <p:spPr>
            <a:xfrm>
              <a:off x="240458" y="14840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7" name="Google Shape;367;p17"/>
            <p:cNvSpPr/>
            <p:nvPr/>
          </p:nvSpPr>
          <p:spPr>
            <a:xfrm>
              <a:off x="583108" y="14861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68" name="Google Shape;368;p17"/>
            <p:cNvSpPr/>
            <p:nvPr/>
          </p:nvSpPr>
          <p:spPr>
            <a:xfrm>
              <a:off x="937805" y="15085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grpSp>
      <p:sp>
        <p:nvSpPr>
          <p:cNvPr id="369" name="Google Shape;369;p17"/>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70" name="Google Shape;370;p17"/>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highlights">
  <p:cSld name="CUSTOM_5_2_1_1">
    <p:spTree>
      <p:nvGrpSpPr>
        <p:cNvPr id="371" name="Shape 371"/>
        <p:cNvGrpSpPr/>
        <p:nvPr/>
      </p:nvGrpSpPr>
      <p:grpSpPr>
        <a:xfrm>
          <a:off x="0" y="0"/>
          <a:ext cx="0" cy="0"/>
          <a:chOff x="0" y="0"/>
          <a:chExt cx="0" cy="0"/>
        </a:xfrm>
      </p:grpSpPr>
      <p:sp>
        <p:nvSpPr>
          <p:cNvPr id="372" name="Google Shape;372;p18"/>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73" name="Google Shape;373;p18"/>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74" name="Google Shape;374;p18"/>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75" name="Google Shape;375;p18"/>
          <p:cNvSpPr txBox="1"/>
          <p:nvPr>
            <p:ph idx="2" type="subTitle"/>
          </p:nvPr>
        </p:nvSpPr>
        <p:spPr>
          <a:xfrm>
            <a:off x="35170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6" name="Google Shape;376;p18"/>
          <p:cNvSpPr txBox="1"/>
          <p:nvPr>
            <p:ph idx="3" type="subTitle"/>
          </p:nvPr>
        </p:nvSpPr>
        <p:spPr>
          <a:xfrm>
            <a:off x="3315050" y="2435600"/>
            <a:ext cx="2439900" cy="264600"/>
          </a:xfrm>
          <a:prstGeom prst="rect">
            <a:avLst/>
          </a:prstGeom>
        </p:spPr>
        <p:txBody>
          <a:bodyPr anchorCtr="0" anchor="t"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7" name="Google Shape;377;p18"/>
          <p:cNvSpPr txBox="1"/>
          <p:nvPr>
            <p:ph idx="4" type="subTitle"/>
          </p:nvPr>
        </p:nvSpPr>
        <p:spPr>
          <a:xfrm>
            <a:off x="6278400" y="2435600"/>
            <a:ext cx="2439900" cy="2646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lgn="ctr">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378" name="Google Shape;378;p18"/>
          <p:cNvSpPr txBox="1"/>
          <p:nvPr>
            <p:ph idx="5" type="body"/>
          </p:nvPr>
        </p:nvSpPr>
        <p:spPr>
          <a:xfrm>
            <a:off x="3315050" y="2882813"/>
            <a:ext cx="2439900" cy="11652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Font typeface="Red Hat Display"/>
              <a:buChar char="●"/>
              <a:defRPr sz="900"/>
            </a:lvl1pPr>
            <a:lvl2pPr indent="-285750" lvl="1" marL="914400">
              <a:spcBef>
                <a:spcPts val="800"/>
              </a:spcBef>
              <a:spcAft>
                <a:spcPts val="0"/>
              </a:spcAft>
              <a:buSzPts val="900"/>
              <a:buFont typeface="Red Hat Display"/>
              <a:buChar char="○"/>
              <a:defRPr sz="900"/>
            </a:lvl2pPr>
            <a:lvl3pPr indent="-285750" lvl="2" marL="1371600">
              <a:spcBef>
                <a:spcPts val="800"/>
              </a:spcBef>
              <a:spcAft>
                <a:spcPts val="0"/>
              </a:spcAft>
              <a:buSzPts val="900"/>
              <a:buFont typeface="Red Hat Display"/>
              <a:buChar char="■"/>
              <a:defRPr sz="900"/>
            </a:lvl3pPr>
            <a:lvl4pPr indent="-285750" lvl="3" marL="1828800">
              <a:spcBef>
                <a:spcPts val="800"/>
              </a:spcBef>
              <a:spcAft>
                <a:spcPts val="0"/>
              </a:spcAft>
              <a:buSzPts val="900"/>
              <a:buFont typeface="Red Hat Display"/>
              <a:buChar char="●"/>
              <a:defRPr sz="900"/>
            </a:lvl4pPr>
            <a:lvl5pPr indent="-285750" lvl="4" marL="2286000">
              <a:spcBef>
                <a:spcPts val="800"/>
              </a:spcBef>
              <a:spcAft>
                <a:spcPts val="0"/>
              </a:spcAft>
              <a:buSzPts val="900"/>
              <a:buFont typeface="Red Hat Display"/>
              <a:buChar char="○"/>
              <a:defRPr sz="900"/>
            </a:lvl5pPr>
            <a:lvl6pPr indent="-285750" lvl="5" marL="2743200">
              <a:spcBef>
                <a:spcPts val="800"/>
              </a:spcBef>
              <a:spcAft>
                <a:spcPts val="0"/>
              </a:spcAft>
              <a:buSzPts val="900"/>
              <a:buFont typeface="Red Hat Display"/>
              <a:buChar char="■"/>
              <a:defRPr sz="900"/>
            </a:lvl6pPr>
            <a:lvl7pPr indent="-285750" lvl="6" marL="3200400">
              <a:spcBef>
                <a:spcPts val="800"/>
              </a:spcBef>
              <a:spcAft>
                <a:spcPts val="0"/>
              </a:spcAft>
              <a:buSzPts val="900"/>
              <a:buFont typeface="Red Hat Display"/>
              <a:buChar char="●"/>
              <a:defRPr sz="900"/>
            </a:lvl7pPr>
            <a:lvl8pPr indent="-285750" lvl="7" marL="3657600">
              <a:spcBef>
                <a:spcPts val="800"/>
              </a:spcBef>
              <a:spcAft>
                <a:spcPts val="0"/>
              </a:spcAft>
              <a:buSzPts val="900"/>
              <a:buFont typeface="Red Hat Display"/>
              <a:buChar char="○"/>
              <a:defRPr sz="900"/>
            </a:lvl8pPr>
            <a:lvl9pPr indent="-285750" lvl="8" marL="4114800">
              <a:spcBef>
                <a:spcPts val="800"/>
              </a:spcBef>
              <a:spcAft>
                <a:spcPts val="800"/>
              </a:spcAft>
              <a:buSzPts val="900"/>
              <a:buFont typeface="Red Hat Display"/>
              <a:buChar char="■"/>
              <a:defRPr sz="900"/>
            </a:lvl9pPr>
          </a:lstStyle>
          <a:p/>
        </p:txBody>
      </p:sp>
      <p:sp>
        <p:nvSpPr>
          <p:cNvPr id="379" name="Google Shape;379;p18"/>
          <p:cNvSpPr txBox="1"/>
          <p:nvPr>
            <p:ph idx="6" type="body"/>
          </p:nvPr>
        </p:nvSpPr>
        <p:spPr>
          <a:xfrm>
            <a:off x="3517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
        <p:nvSpPr>
          <p:cNvPr id="380" name="Google Shape;380;p18"/>
          <p:cNvSpPr txBox="1"/>
          <p:nvPr>
            <p:ph idx="7" type="body"/>
          </p:nvPr>
        </p:nvSpPr>
        <p:spPr>
          <a:xfrm>
            <a:off x="6278400" y="2882813"/>
            <a:ext cx="2439900" cy="11652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1"/>
              </a:buClr>
              <a:buSzPts val="900"/>
              <a:buFont typeface="Red Hat Display"/>
              <a:buChar char="●"/>
              <a:defRPr/>
            </a:lvl1pPr>
            <a:lvl2pPr indent="-285750" lvl="1" marL="914400">
              <a:lnSpc>
                <a:spcPct val="115000"/>
              </a:lnSpc>
              <a:spcBef>
                <a:spcPts val="1000"/>
              </a:spcBef>
              <a:spcAft>
                <a:spcPts val="0"/>
              </a:spcAft>
              <a:buClr>
                <a:schemeClr val="lt1"/>
              </a:buClr>
              <a:buSzPts val="900"/>
              <a:buFont typeface="Red Hat Display"/>
              <a:buChar char="○"/>
              <a:defRPr/>
            </a:lvl2pPr>
            <a:lvl3pPr indent="-285750" lvl="2" marL="1371600">
              <a:lnSpc>
                <a:spcPct val="115000"/>
              </a:lnSpc>
              <a:spcBef>
                <a:spcPts val="1000"/>
              </a:spcBef>
              <a:spcAft>
                <a:spcPts val="0"/>
              </a:spcAft>
              <a:buClr>
                <a:schemeClr val="lt1"/>
              </a:buClr>
              <a:buSzPts val="900"/>
              <a:buFont typeface="Red Hat Display"/>
              <a:buChar char="■"/>
              <a:defRPr/>
            </a:lvl3pPr>
            <a:lvl4pPr indent="-285750" lvl="3" marL="1828800">
              <a:lnSpc>
                <a:spcPct val="115000"/>
              </a:lnSpc>
              <a:spcBef>
                <a:spcPts val="1000"/>
              </a:spcBef>
              <a:spcAft>
                <a:spcPts val="0"/>
              </a:spcAft>
              <a:buClr>
                <a:schemeClr val="lt1"/>
              </a:buClr>
              <a:buSzPts val="900"/>
              <a:buFont typeface="Red Hat Display"/>
              <a:buChar char="●"/>
              <a:defRPr/>
            </a:lvl4pPr>
            <a:lvl5pPr indent="-285750" lvl="4" marL="2286000">
              <a:lnSpc>
                <a:spcPct val="115000"/>
              </a:lnSpc>
              <a:spcBef>
                <a:spcPts val="1000"/>
              </a:spcBef>
              <a:spcAft>
                <a:spcPts val="0"/>
              </a:spcAft>
              <a:buClr>
                <a:schemeClr val="lt1"/>
              </a:buClr>
              <a:buSzPts val="900"/>
              <a:buFont typeface="Red Hat Display"/>
              <a:buChar char="○"/>
              <a:defRPr/>
            </a:lvl5pPr>
            <a:lvl6pPr indent="-285750" lvl="5" marL="2743200">
              <a:lnSpc>
                <a:spcPct val="115000"/>
              </a:lnSpc>
              <a:spcBef>
                <a:spcPts val="1000"/>
              </a:spcBef>
              <a:spcAft>
                <a:spcPts val="0"/>
              </a:spcAft>
              <a:buClr>
                <a:schemeClr val="lt1"/>
              </a:buClr>
              <a:buSzPts val="900"/>
              <a:buFont typeface="Red Hat Display"/>
              <a:buChar char="■"/>
              <a:defRPr/>
            </a:lvl6pPr>
            <a:lvl7pPr indent="-285750" lvl="6" marL="3200400">
              <a:lnSpc>
                <a:spcPct val="115000"/>
              </a:lnSpc>
              <a:spcBef>
                <a:spcPts val="1000"/>
              </a:spcBef>
              <a:spcAft>
                <a:spcPts val="0"/>
              </a:spcAft>
              <a:buClr>
                <a:schemeClr val="lt1"/>
              </a:buClr>
              <a:buSzPts val="900"/>
              <a:buFont typeface="Red Hat Display"/>
              <a:buChar char="●"/>
              <a:defRPr/>
            </a:lvl7pPr>
            <a:lvl8pPr indent="-285750" lvl="7" marL="3657600">
              <a:lnSpc>
                <a:spcPct val="115000"/>
              </a:lnSpc>
              <a:spcBef>
                <a:spcPts val="1000"/>
              </a:spcBef>
              <a:spcAft>
                <a:spcPts val="0"/>
              </a:spcAft>
              <a:buClr>
                <a:schemeClr val="lt1"/>
              </a:buClr>
              <a:buSzPts val="900"/>
              <a:buFont typeface="Red Hat Display"/>
              <a:buChar char="○"/>
              <a:defRPr/>
            </a:lvl8pPr>
            <a:lvl9pPr indent="-285750" lvl="8" marL="4114800">
              <a:lnSpc>
                <a:spcPct val="115000"/>
              </a:lnSpc>
              <a:spcBef>
                <a:spcPts val="1000"/>
              </a:spcBef>
              <a:spcAft>
                <a:spcPts val="1000"/>
              </a:spcAft>
              <a:buClr>
                <a:schemeClr val="lt1"/>
              </a:buClr>
              <a:buSzPts val="900"/>
              <a:buFont typeface="Red Hat Display"/>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highlights">
  <p:cSld name="CUSTOM_5_1">
    <p:spTree>
      <p:nvGrpSpPr>
        <p:cNvPr id="381" name="Shape 381"/>
        <p:cNvGrpSpPr/>
        <p:nvPr/>
      </p:nvGrpSpPr>
      <p:grpSpPr>
        <a:xfrm>
          <a:off x="0" y="0"/>
          <a:ext cx="0" cy="0"/>
          <a:chOff x="0" y="0"/>
          <a:chExt cx="0" cy="0"/>
        </a:xfrm>
      </p:grpSpPr>
      <p:sp>
        <p:nvSpPr>
          <p:cNvPr id="382" name="Google Shape;382;p19"/>
          <p:cNvSpPr/>
          <p:nvPr/>
        </p:nvSpPr>
        <p:spPr>
          <a:xfrm>
            <a:off x="225998" y="580123"/>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383" name="Google Shape;383;p19"/>
          <p:cNvSpPr txBox="1"/>
          <p:nvPr>
            <p:ph type="title"/>
          </p:nvPr>
        </p:nvSpPr>
        <p:spPr>
          <a:xfrm>
            <a:off x="609600" y="724825"/>
            <a:ext cx="40158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2000"/>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84" name="Google Shape;384;p19"/>
          <p:cNvSpPr txBox="1"/>
          <p:nvPr>
            <p:ph idx="1" type="subTitle"/>
          </p:nvPr>
        </p:nvSpPr>
        <p:spPr>
          <a:xfrm>
            <a:off x="609600" y="457200"/>
            <a:ext cx="4015800" cy="264600"/>
          </a:xfrm>
          <a:prstGeom prst="rect">
            <a:avLst/>
          </a:prstGeom>
        </p:spPr>
        <p:txBody>
          <a:bodyPr anchorCtr="0" anchor="b" bIns="0" lIns="0" spcFirstLastPara="1" rIns="0" wrap="square" tIns="0">
            <a:noAutofit/>
          </a:bodyPr>
          <a:lstStyle>
            <a:lvl1pPr lvl="0">
              <a:spcBef>
                <a:spcPts val="0"/>
              </a:spcBef>
              <a:spcAft>
                <a:spcPts val="0"/>
              </a:spcAft>
              <a:buClr>
                <a:schemeClr val="accent3"/>
              </a:buClr>
              <a:buSzPts val="1000"/>
              <a:buFont typeface="Red Hat Display"/>
              <a:buNone/>
              <a:defRPr sz="1000">
                <a:solidFill>
                  <a:schemeClr val="accent3"/>
                </a:solidFill>
              </a:defRPr>
            </a:lvl1pPr>
            <a:lvl2pPr lvl="1">
              <a:spcBef>
                <a:spcPts val="0"/>
              </a:spcBef>
              <a:spcAft>
                <a:spcPts val="0"/>
              </a:spcAft>
              <a:buClr>
                <a:schemeClr val="accent3"/>
              </a:buClr>
              <a:buSzPts val="1400"/>
              <a:buFont typeface="Red Hat Display"/>
              <a:buNone/>
              <a:defRPr>
                <a:solidFill>
                  <a:schemeClr val="accent3"/>
                </a:solidFill>
              </a:defRPr>
            </a:lvl2pPr>
            <a:lvl3pPr lvl="2">
              <a:spcBef>
                <a:spcPts val="0"/>
              </a:spcBef>
              <a:spcAft>
                <a:spcPts val="0"/>
              </a:spcAft>
              <a:buClr>
                <a:schemeClr val="accent3"/>
              </a:buClr>
              <a:buSzPts val="1400"/>
              <a:buFont typeface="Red Hat Display"/>
              <a:buNone/>
              <a:defRPr>
                <a:solidFill>
                  <a:schemeClr val="accent3"/>
                </a:solidFill>
              </a:defRPr>
            </a:lvl3pPr>
            <a:lvl4pPr lvl="3">
              <a:spcBef>
                <a:spcPts val="0"/>
              </a:spcBef>
              <a:spcAft>
                <a:spcPts val="0"/>
              </a:spcAft>
              <a:buClr>
                <a:schemeClr val="accent3"/>
              </a:buClr>
              <a:buSzPts val="1400"/>
              <a:buFont typeface="Red Hat Display"/>
              <a:buNone/>
              <a:defRPr>
                <a:solidFill>
                  <a:schemeClr val="accent3"/>
                </a:solidFill>
              </a:defRPr>
            </a:lvl4pPr>
            <a:lvl5pPr lvl="4">
              <a:spcBef>
                <a:spcPts val="0"/>
              </a:spcBef>
              <a:spcAft>
                <a:spcPts val="0"/>
              </a:spcAft>
              <a:buClr>
                <a:schemeClr val="accent3"/>
              </a:buClr>
              <a:buSzPts val="1400"/>
              <a:buFont typeface="Red Hat Display"/>
              <a:buNone/>
              <a:defRPr>
                <a:solidFill>
                  <a:schemeClr val="accent3"/>
                </a:solidFill>
              </a:defRPr>
            </a:lvl5pPr>
            <a:lvl6pPr lvl="5">
              <a:spcBef>
                <a:spcPts val="0"/>
              </a:spcBef>
              <a:spcAft>
                <a:spcPts val="0"/>
              </a:spcAft>
              <a:buClr>
                <a:schemeClr val="accent3"/>
              </a:buClr>
              <a:buSzPts val="1400"/>
              <a:buFont typeface="Red Hat Display"/>
              <a:buNone/>
              <a:defRPr>
                <a:solidFill>
                  <a:schemeClr val="accent3"/>
                </a:solidFill>
              </a:defRPr>
            </a:lvl6pPr>
            <a:lvl7pPr lvl="6">
              <a:spcBef>
                <a:spcPts val="0"/>
              </a:spcBef>
              <a:spcAft>
                <a:spcPts val="0"/>
              </a:spcAft>
              <a:buClr>
                <a:schemeClr val="accent3"/>
              </a:buClr>
              <a:buSzPts val="1400"/>
              <a:buFont typeface="Red Hat Display"/>
              <a:buNone/>
              <a:defRPr>
                <a:solidFill>
                  <a:schemeClr val="accent3"/>
                </a:solidFill>
              </a:defRPr>
            </a:lvl7pPr>
            <a:lvl8pPr lvl="7">
              <a:spcBef>
                <a:spcPts val="0"/>
              </a:spcBef>
              <a:spcAft>
                <a:spcPts val="0"/>
              </a:spcAft>
              <a:buClr>
                <a:schemeClr val="accent3"/>
              </a:buClr>
              <a:buSzPts val="1400"/>
              <a:buFont typeface="Red Hat Display"/>
              <a:buNone/>
              <a:defRPr>
                <a:solidFill>
                  <a:schemeClr val="accent3"/>
                </a:solidFill>
              </a:defRPr>
            </a:lvl8pPr>
            <a:lvl9pPr lvl="8">
              <a:spcBef>
                <a:spcPts val="0"/>
              </a:spcBef>
              <a:spcAft>
                <a:spcPts val="0"/>
              </a:spcAft>
              <a:buClr>
                <a:schemeClr val="accent3"/>
              </a:buClr>
              <a:buSzPts val="1400"/>
              <a:buFont typeface="Red Hat Display"/>
              <a:buNone/>
              <a:defRPr>
                <a:solidFill>
                  <a:schemeClr val="accent3"/>
                </a:solidFill>
              </a:defRPr>
            </a:lvl9pPr>
          </a:lstStyle>
          <a:p/>
        </p:txBody>
      </p:sp>
      <p:sp>
        <p:nvSpPr>
          <p:cNvPr id="385" name="Google Shape;385;p19"/>
          <p:cNvSpPr txBox="1"/>
          <p:nvPr>
            <p:ph idx="2" type="subTitle"/>
          </p:nvPr>
        </p:nvSpPr>
        <p:spPr>
          <a:xfrm>
            <a:off x="637000" y="1820550"/>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6" name="Google Shape;386;p19"/>
          <p:cNvSpPr txBox="1"/>
          <p:nvPr>
            <p:ph idx="3" type="subTitle"/>
          </p:nvPr>
        </p:nvSpPr>
        <p:spPr>
          <a:xfrm>
            <a:off x="637000"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7" name="Google Shape;387;p19"/>
          <p:cNvSpPr txBox="1"/>
          <p:nvPr>
            <p:ph idx="4" type="subTitle"/>
          </p:nvPr>
        </p:nvSpPr>
        <p:spPr>
          <a:xfrm>
            <a:off x="5028175" y="1820550"/>
            <a:ext cx="702300" cy="776100"/>
          </a:xfrm>
          <a:prstGeom prst="rect">
            <a:avLst/>
          </a:prstGeom>
        </p:spPr>
        <p:txBody>
          <a:bodyPr anchorCtr="0" anchor="ctr" bIns="0" lIns="0" spcFirstLastPara="1" rIns="0" wrap="square" tIns="0">
            <a:noAutofit/>
          </a:bodyPr>
          <a:lstStyle>
            <a:lvl1pPr lvl="0" algn="ctr">
              <a:spcBef>
                <a:spcPts val="0"/>
              </a:spcBef>
              <a:spcAft>
                <a:spcPts val="0"/>
              </a:spcAft>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8" name="Google Shape;388;p19"/>
          <p:cNvSpPr txBox="1"/>
          <p:nvPr>
            <p:ph idx="5" type="subTitle"/>
          </p:nvPr>
        </p:nvSpPr>
        <p:spPr>
          <a:xfrm>
            <a:off x="5028175" y="3294325"/>
            <a:ext cx="702300" cy="7761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2200"/>
              <a:buFont typeface="Red Hat Display SemiBold"/>
              <a:buNone/>
              <a:defRPr sz="2200">
                <a:latin typeface="Red Hat Display SemiBold"/>
                <a:ea typeface="Red Hat Display SemiBold"/>
                <a:cs typeface="Red Hat Display SemiBold"/>
                <a:sym typeface="Red Hat Display SemiBold"/>
              </a:defRPr>
            </a:lvl1pPr>
            <a:lvl2pPr lvl="1" algn="ctr">
              <a:spcBef>
                <a:spcPts val="0"/>
              </a:spcBef>
              <a:spcAft>
                <a:spcPts val="0"/>
              </a:spcAft>
              <a:buClr>
                <a:schemeClr val="lt1"/>
              </a:buClr>
              <a:buSzPts val="1400"/>
              <a:buFont typeface="Red Hat Display"/>
              <a:buNone/>
              <a:defRPr/>
            </a:lvl2pPr>
            <a:lvl3pPr lvl="2" algn="ctr">
              <a:spcBef>
                <a:spcPts val="0"/>
              </a:spcBef>
              <a:spcAft>
                <a:spcPts val="0"/>
              </a:spcAft>
              <a:buClr>
                <a:schemeClr val="lt1"/>
              </a:buClr>
              <a:buSzPts val="1400"/>
              <a:buFont typeface="Red Hat Display"/>
              <a:buNone/>
              <a:defRPr/>
            </a:lvl3pPr>
            <a:lvl4pPr lvl="3" algn="ctr">
              <a:spcBef>
                <a:spcPts val="0"/>
              </a:spcBef>
              <a:spcAft>
                <a:spcPts val="0"/>
              </a:spcAft>
              <a:buClr>
                <a:schemeClr val="lt1"/>
              </a:buClr>
              <a:buSzPts val="1400"/>
              <a:buFont typeface="Red Hat Display"/>
              <a:buNone/>
              <a:defRPr/>
            </a:lvl4pPr>
            <a:lvl5pPr lvl="4" algn="ctr">
              <a:spcBef>
                <a:spcPts val="0"/>
              </a:spcBef>
              <a:spcAft>
                <a:spcPts val="0"/>
              </a:spcAft>
              <a:buClr>
                <a:schemeClr val="lt1"/>
              </a:buClr>
              <a:buSzPts val="1400"/>
              <a:buFont typeface="Red Hat Display"/>
              <a:buNone/>
              <a:defRPr/>
            </a:lvl5pPr>
            <a:lvl6pPr lvl="5" algn="ctr">
              <a:spcBef>
                <a:spcPts val="0"/>
              </a:spcBef>
              <a:spcAft>
                <a:spcPts val="0"/>
              </a:spcAft>
              <a:buClr>
                <a:schemeClr val="lt1"/>
              </a:buClr>
              <a:buSzPts val="1400"/>
              <a:buFont typeface="Red Hat Display"/>
              <a:buNone/>
              <a:defRPr/>
            </a:lvl6pPr>
            <a:lvl7pPr lvl="6" algn="ctr">
              <a:spcBef>
                <a:spcPts val="0"/>
              </a:spcBef>
              <a:spcAft>
                <a:spcPts val="0"/>
              </a:spcAft>
              <a:buClr>
                <a:schemeClr val="lt1"/>
              </a:buClr>
              <a:buSzPts val="1400"/>
              <a:buFont typeface="Red Hat Display"/>
              <a:buNone/>
              <a:defRPr/>
            </a:lvl7pPr>
            <a:lvl8pPr lvl="7" algn="ctr">
              <a:spcBef>
                <a:spcPts val="0"/>
              </a:spcBef>
              <a:spcAft>
                <a:spcPts val="0"/>
              </a:spcAft>
              <a:buClr>
                <a:schemeClr val="lt1"/>
              </a:buClr>
              <a:buSzPts val="1400"/>
              <a:buFont typeface="Red Hat Display"/>
              <a:buNone/>
              <a:defRPr/>
            </a:lvl8pPr>
            <a:lvl9pPr lvl="8" algn="ctr">
              <a:spcBef>
                <a:spcPts val="0"/>
              </a:spcBef>
              <a:spcAft>
                <a:spcPts val="0"/>
              </a:spcAft>
              <a:buClr>
                <a:schemeClr val="lt1"/>
              </a:buClr>
              <a:buSzPts val="1400"/>
              <a:buFont typeface="Red Hat Display"/>
              <a:buNone/>
              <a:defRPr/>
            </a:lvl9pPr>
          </a:lstStyle>
          <a:p/>
        </p:txBody>
      </p:sp>
      <p:sp>
        <p:nvSpPr>
          <p:cNvPr id="389" name="Google Shape;389;p19"/>
          <p:cNvSpPr txBox="1"/>
          <p:nvPr>
            <p:ph idx="6" type="subTitle"/>
          </p:nvPr>
        </p:nvSpPr>
        <p:spPr>
          <a:xfrm>
            <a:off x="1546000"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0" name="Google Shape;390;p19"/>
          <p:cNvSpPr txBox="1"/>
          <p:nvPr>
            <p:ph idx="7" type="subTitle"/>
          </p:nvPr>
        </p:nvSpPr>
        <p:spPr>
          <a:xfrm>
            <a:off x="1546000"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1" name="Google Shape;391;p19"/>
          <p:cNvSpPr txBox="1"/>
          <p:nvPr>
            <p:ph idx="8" type="subTitle"/>
          </p:nvPr>
        </p:nvSpPr>
        <p:spPr>
          <a:xfrm>
            <a:off x="5937175" y="1807825"/>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
        <p:nvSpPr>
          <p:cNvPr id="392" name="Google Shape;392;p19"/>
          <p:cNvSpPr txBox="1"/>
          <p:nvPr>
            <p:ph idx="9" type="subTitle"/>
          </p:nvPr>
        </p:nvSpPr>
        <p:spPr>
          <a:xfrm>
            <a:off x="5937175" y="3288350"/>
            <a:ext cx="2477700" cy="587700"/>
          </a:xfrm>
          <a:prstGeom prst="rect">
            <a:avLst/>
          </a:prstGeom>
        </p:spPr>
        <p:txBody>
          <a:bodyPr anchorCtr="0" anchor="t" bIns="91425" lIns="0" spcFirstLastPara="1" rIns="91425" wrap="square" tIns="0">
            <a:noAutofit/>
          </a:bodyPr>
          <a:lstStyle>
            <a:lvl1pPr lvl="0">
              <a:lnSpc>
                <a:spcPct val="115000"/>
              </a:lnSpc>
              <a:spcBef>
                <a:spcPts val="0"/>
              </a:spcBef>
              <a:spcAft>
                <a:spcPts val="0"/>
              </a:spcAft>
              <a:buClr>
                <a:schemeClr val="lt1"/>
              </a:buClr>
              <a:buSzPts val="1000"/>
              <a:buFont typeface="Red Hat Display"/>
              <a:buNone/>
              <a:defRPr sz="1000"/>
            </a:lvl1pPr>
            <a:lvl2pPr lvl="1">
              <a:lnSpc>
                <a:spcPct val="115000"/>
              </a:lnSpc>
              <a:spcBef>
                <a:spcPts val="0"/>
              </a:spcBef>
              <a:spcAft>
                <a:spcPts val="0"/>
              </a:spcAft>
              <a:buClr>
                <a:schemeClr val="lt1"/>
              </a:buClr>
              <a:buSzPts val="1200"/>
              <a:buFont typeface="Red Hat Display"/>
              <a:buNone/>
              <a:defRPr sz="1200"/>
            </a:lvl2pPr>
            <a:lvl3pPr lvl="2">
              <a:lnSpc>
                <a:spcPct val="115000"/>
              </a:lnSpc>
              <a:spcBef>
                <a:spcPts val="0"/>
              </a:spcBef>
              <a:spcAft>
                <a:spcPts val="0"/>
              </a:spcAft>
              <a:buClr>
                <a:schemeClr val="lt1"/>
              </a:buClr>
              <a:buSzPts val="1200"/>
              <a:buFont typeface="Red Hat Display"/>
              <a:buNone/>
              <a:defRPr sz="1200"/>
            </a:lvl3pPr>
            <a:lvl4pPr lvl="3">
              <a:lnSpc>
                <a:spcPct val="115000"/>
              </a:lnSpc>
              <a:spcBef>
                <a:spcPts val="0"/>
              </a:spcBef>
              <a:spcAft>
                <a:spcPts val="0"/>
              </a:spcAft>
              <a:buClr>
                <a:schemeClr val="lt1"/>
              </a:buClr>
              <a:buSzPts val="1200"/>
              <a:buFont typeface="Red Hat Display"/>
              <a:buNone/>
              <a:defRPr sz="1200"/>
            </a:lvl4pPr>
            <a:lvl5pPr lvl="4">
              <a:lnSpc>
                <a:spcPct val="115000"/>
              </a:lnSpc>
              <a:spcBef>
                <a:spcPts val="0"/>
              </a:spcBef>
              <a:spcAft>
                <a:spcPts val="0"/>
              </a:spcAft>
              <a:buClr>
                <a:schemeClr val="lt1"/>
              </a:buClr>
              <a:buSzPts val="1200"/>
              <a:buFont typeface="Red Hat Display"/>
              <a:buNone/>
              <a:defRPr sz="1200"/>
            </a:lvl5pPr>
            <a:lvl6pPr lvl="5">
              <a:lnSpc>
                <a:spcPct val="115000"/>
              </a:lnSpc>
              <a:spcBef>
                <a:spcPts val="0"/>
              </a:spcBef>
              <a:spcAft>
                <a:spcPts val="0"/>
              </a:spcAft>
              <a:buClr>
                <a:schemeClr val="lt1"/>
              </a:buClr>
              <a:buSzPts val="1200"/>
              <a:buFont typeface="Red Hat Display"/>
              <a:buNone/>
              <a:defRPr sz="1200"/>
            </a:lvl6pPr>
            <a:lvl7pPr lvl="6">
              <a:lnSpc>
                <a:spcPct val="115000"/>
              </a:lnSpc>
              <a:spcBef>
                <a:spcPts val="0"/>
              </a:spcBef>
              <a:spcAft>
                <a:spcPts val="0"/>
              </a:spcAft>
              <a:buClr>
                <a:schemeClr val="lt1"/>
              </a:buClr>
              <a:buSzPts val="1200"/>
              <a:buFont typeface="Red Hat Display"/>
              <a:buNone/>
              <a:defRPr sz="1200"/>
            </a:lvl7pPr>
            <a:lvl8pPr lvl="7">
              <a:lnSpc>
                <a:spcPct val="115000"/>
              </a:lnSpc>
              <a:spcBef>
                <a:spcPts val="0"/>
              </a:spcBef>
              <a:spcAft>
                <a:spcPts val="0"/>
              </a:spcAft>
              <a:buClr>
                <a:schemeClr val="lt1"/>
              </a:buClr>
              <a:buSzPts val="1200"/>
              <a:buFont typeface="Red Hat Display"/>
              <a:buNone/>
              <a:defRPr sz="1200"/>
            </a:lvl8pPr>
            <a:lvl9pPr lvl="8">
              <a:lnSpc>
                <a:spcPct val="115000"/>
              </a:lnSpc>
              <a:spcBef>
                <a:spcPts val="0"/>
              </a:spcBef>
              <a:spcAft>
                <a:spcPts val="0"/>
              </a:spcAft>
              <a:buClr>
                <a:schemeClr val="lt1"/>
              </a:buClr>
              <a:buSzPts val="1200"/>
              <a:buFont typeface="Red Hat Display"/>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Black">
  <p:cSld name="BLANK_1_1_1_1_1_1">
    <p:spTree>
      <p:nvGrpSpPr>
        <p:cNvPr id="393" name="Shape 393"/>
        <p:cNvGrpSpPr/>
        <p:nvPr/>
      </p:nvGrpSpPr>
      <p:grpSpPr>
        <a:xfrm>
          <a:off x="0" y="0"/>
          <a:ext cx="0" cy="0"/>
          <a:chOff x="0" y="0"/>
          <a:chExt cx="0" cy="0"/>
        </a:xfrm>
      </p:grpSpPr>
      <p:cxnSp>
        <p:nvCxnSpPr>
          <p:cNvPr id="394" name="Google Shape;394;p20"/>
          <p:cNvCxnSpPr/>
          <p:nvPr/>
        </p:nvCxnSpPr>
        <p:spPr>
          <a:xfrm>
            <a:off x="3518300" y="712833"/>
            <a:ext cx="5617500" cy="0"/>
          </a:xfrm>
          <a:prstGeom prst="straightConnector1">
            <a:avLst/>
          </a:prstGeom>
          <a:noFill/>
          <a:ln cap="flat" cmpd="sng" w="9525">
            <a:solidFill>
              <a:schemeClr val="accent5"/>
            </a:solidFill>
            <a:prstDash val="solid"/>
            <a:round/>
            <a:headEnd len="med" w="med" type="none"/>
            <a:tailEnd len="med" w="med" type="none"/>
          </a:ln>
        </p:spPr>
      </p:cxnSp>
      <p:cxnSp>
        <p:nvCxnSpPr>
          <p:cNvPr id="395" name="Google Shape;395;p20"/>
          <p:cNvCxnSpPr>
            <a:stCxn id="396" idx="1"/>
            <a:endCxn id="397" idx="3"/>
          </p:cNvCxnSpPr>
          <p:nvPr/>
        </p:nvCxnSpPr>
        <p:spPr>
          <a:xfrm>
            <a:off x="2641916" y="1598375"/>
            <a:ext cx="0" cy="1332300"/>
          </a:xfrm>
          <a:prstGeom prst="straightConnector1">
            <a:avLst/>
          </a:prstGeom>
          <a:noFill/>
          <a:ln cap="flat" cmpd="sng" w="9525">
            <a:solidFill>
              <a:schemeClr val="accent5"/>
            </a:solidFill>
            <a:prstDash val="solid"/>
            <a:round/>
            <a:headEnd len="med" w="med" type="none"/>
            <a:tailEnd len="med" w="med" type="none"/>
          </a:ln>
        </p:spPr>
      </p:cxnSp>
      <p:cxnSp>
        <p:nvCxnSpPr>
          <p:cNvPr id="398" name="Google Shape;398;p20"/>
          <p:cNvCxnSpPr/>
          <p:nvPr/>
        </p:nvCxnSpPr>
        <p:spPr>
          <a:xfrm rot="10800000">
            <a:off x="-19425" y="711675"/>
            <a:ext cx="936600" cy="936600"/>
          </a:xfrm>
          <a:prstGeom prst="straightConnector1">
            <a:avLst/>
          </a:prstGeom>
          <a:noFill/>
          <a:ln cap="flat" cmpd="sng" w="9525">
            <a:solidFill>
              <a:schemeClr val="accent5"/>
            </a:solidFill>
            <a:prstDash val="solid"/>
            <a:round/>
            <a:headEnd len="med" w="med" type="none"/>
            <a:tailEnd len="med" w="med" type="none"/>
          </a:ln>
        </p:spPr>
      </p:cxnSp>
      <p:cxnSp>
        <p:nvCxnSpPr>
          <p:cNvPr id="399" name="Google Shape;399;p20"/>
          <p:cNvCxnSpPr/>
          <p:nvPr/>
        </p:nvCxnSpPr>
        <p:spPr>
          <a:xfrm rot="10800000">
            <a:off x="1464900" y="-8025"/>
            <a:ext cx="958800" cy="958800"/>
          </a:xfrm>
          <a:prstGeom prst="straightConnector1">
            <a:avLst/>
          </a:prstGeom>
          <a:noFill/>
          <a:ln cap="flat" cmpd="sng" w="9525">
            <a:solidFill>
              <a:schemeClr val="accent5"/>
            </a:solidFill>
            <a:prstDash val="solid"/>
            <a:round/>
            <a:headEnd len="med" w="med" type="none"/>
            <a:tailEnd len="med" w="med" type="none"/>
          </a:ln>
        </p:spPr>
      </p:cxnSp>
      <p:sp>
        <p:nvSpPr>
          <p:cNvPr id="396" name="Google Shape;396;p20"/>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00" name="Google Shape;400;p20"/>
          <p:cNvCxnSpPr/>
          <p:nvPr/>
        </p:nvCxnSpPr>
        <p:spPr>
          <a:xfrm rot="10800000">
            <a:off x="709975" y="3201569"/>
            <a:ext cx="1758300" cy="1758300"/>
          </a:xfrm>
          <a:prstGeom prst="straightConnector1">
            <a:avLst/>
          </a:prstGeom>
          <a:noFill/>
          <a:ln cap="flat" cmpd="sng" w="9525">
            <a:solidFill>
              <a:schemeClr val="accent5"/>
            </a:solidFill>
            <a:prstDash val="solid"/>
            <a:round/>
            <a:headEnd len="med" w="med" type="none"/>
            <a:tailEnd len="med" w="med" type="none"/>
          </a:ln>
        </p:spPr>
      </p:cxnSp>
      <p:sp>
        <p:nvSpPr>
          <p:cNvPr id="397" name="Google Shape;397;p20"/>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01" name="Google Shape;401;p20"/>
          <p:cNvCxnSpPr/>
          <p:nvPr/>
        </p:nvCxnSpPr>
        <p:spPr>
          <a:xfrm flipH="1" rot="10800000">
            <a:off x="-23900" y="3541825"/>
            <a:ext cx="1163100" cy="1163100"/>
          </a:xfrm>
          <a:prstGeom prst="straightConnector1">
            <a:avLst/>
          </a:prstGeom>
          <a:noFill/>
          <a:ln cap="flat" cmpd="sng" w="9525">
            <a:solidFill>
              <a:schemeClr val="accent5"/>
            </a:solidFill>
            <a:prstDash val="solid"/>
            <a:round/>
            <a:headEnd len="med" w="med" type="none"/>
            <a:tailEnd len="med" w="med" type="none"/>
          </a:ln>
        </p:spPr>
      </p:cxnSp>
      <p:sp>
        <p:nvSpPr>
          <p:cNvPr id="402" name="Google Shape;402;p20"/>
          <p:cNvSpPr/>
          <p:nvPr/>
        </p:nvSpPr>
        <p:spPr>
          <a:xfrm flipH="1">
            <a:off x="-34" y="1598375"/>
            <a:ext cx="1761300" cy="2212500"/>
          </a:xfrm>
          <a:prstGeom prst="snip2DiagRect">
            <a:avLst>
              <a:gd fmla="val 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03" name="Google Shape;403;p20"/>
          <p:cNvSpPr txBox="1"/>
          <p:nvPr>
            <p:ph idx="1" type="subTitle"/>
          </p:nvPr>
        </p:nvSpPr>
        <p:spPr>
          <a:xfrm>
            <a:off x="3948800" y="2677300"/>
            <a:ext cx="4966500" cy="20064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04" name="Google Shape;404;p20"/>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Green">
  <p:cSld name="BLANK_1_1_1_1_1_1_2">
    <p:bg>
      <p:bgPr>
        <a:solidFill>
          <a:schemeClr val="accent5"/>
        </a:solidFill>
      </p:bgPr>
    </p:bg>
    <p:spTree>
      <p:nvGrpSpPr>
        <p:cNvPr id="405" name="Shape 405"/>
        <p:cNvGrpSpPr/>
        <p:nvPr/>
      </p:nvGrpSpPr>
      <p:grpSpPr>
        <a:xfrm>
          <a:off x="0" y="0"/>
          <a:ext cx="0" cy="0"/>
          <a:chOff x="0" y="0"/>
          <a:chExt cx="0" cy="0"/>
        </a:xfrm>
      </p:grpSpPr>
      <p:cxnSp>
        <p:nvCxnSpPr>
          <p:cNvPr id="406" name="Google Shape;406;p21"/>
          <p:cNvCxnSpPr/>
          <p:nvPr/>
        </p:nvCxnSpPr>
        <p:spPr>
          <a:xfrm>
            <a:off x="3518300" y="712833"/>
            <a:ext cx="5617500" cy="0"/>
          </a:xfrm>
          <a:prstGeom prst="straightConnector1">
            <a:avLst/>
          </a:prstGeom>
          <a:noFill/>
          <a:ln cap="flat" cmpd="sng" w="9525">
            <a:solidFill>
              <a:schemeClr val="accent4"/>
            </a:solidFill>
            <a:prstDash val="solid"/>
            <a:round/>
            <a:headEnd len="med" w="med" type="none"/>
            <a:tailEnd len="med" w="med" type="none"/>
          </a:ln>
        </p:spPr>
      </p:cxnSp>
      <p:cxnSp>
        <p:nvCxnSpPr>
          <p:cNvPr id="407" name="Google Shape;407;p21"/>
          <p:cNvCxnSpPr>
            <a:stCxn id="408" idx="1"/>
            <a:endCxn id="409" idx="3"/>
          </p:cNvCxnSpPr>
          <p:nvPr/>
        </p:nvCxnSpPr>
        <p:spPr>
          <a:xfrm>
            <a:off x="2641916" y="1598375"/>
            <a:ext cx="0" cy="1332300"/>
          </a:xfrm>
          <a:prstGeom prst="straightConnector1">
            <a:avLst/>
          </a:prstGeom>
          <a:noFill/>
          <a:ln cap="flat" cmpd="sng" w="9525">
            <a:solidFill>
              <a:schemeClr val="accent4"/>
            </a:solidFill>
            <a:prstDash val="solid"/>
            <a:round/>
            <a:headEnd len="med" w="med" type="none"/>
            <a:tailEnd len="med" w="med" type="none"/>
          </a:ln>
        </p:spPr>
      </p:cxnSp>
      <p:cxnSp>
        <p:nvCxnSpPr>
          <p:cNvPr id="410" name="Google Shape;410;p21"/>
          <p:cNvCxnSpPr/>
          <p:nvPr/>
        </p:nvCxnSpPr>
        <p:spPr>
          <a:xfrm rot="10800000">
            <a:off x="-19425" y="711675"/>
            <a:ext cx="936600" cy="936600"/>
          </a:xfrm>
          <a:prstGeom prst="straightConnector1">
            <a:avLst/>
          </a:prstGeom>
          <a:noFill/>
          <a:ln cap="flat" cmpd="sng" w="9525">
            <a:solidFill>
              <a:schemeClr val="accent4"/>
            </a:solidFill>
            <a:prstDash val="solid"/>
            <a:round/>
            <a:headEnd len="med" w="med" type="none"/>
            <a:tailEnd len="med" w="med" type="none"/>
          </a:ln>
        </p:spPr>
      </p:cxnSp>
      <p:cxnSp>
        <p:nvCxnSpPr>
          <p:cNvPr id="411" name="Google Shape;411;p21"/>
          <p:cNvCxnSpPr/>
          <p:nvPr/>
        </p:nvCxnSpPr>
        <p:spPr>
          <a:xfrm rot="10800000">
            <a:off x="1464900" y="-8025"/>
            <a:ext cx="958800" cy="958800"/>
          </a:xfrm>
          <a:prstGeom prst="straightConnector1">
            <a:avLst/>
          </a:prstGeom>
          <a:noFill/>
          <a:ln cap="flat" cmpd="sng" w="9525">
            <a:solidFill>
              <a:schemeClr val="accent4"/>
            </a:solidFill>
            <a:prstDash val="solid"/>
            <a:round/>
            <a:headEnd len="med" w="med" type="none"/>
            <a:tailEnd len="med" w="med" type="none"/>
          </a:ln>
        </p:spPr>
      </p:cxnSp>
      <p:sp>
        <p:nvSpPr>
          <p:cNvPr id="408" name="Google Shape;408;p21"/>
          <p:cNvSpPr/>
          <p:nvPr/>
        </p:nvSpPr>
        <p:spPr>
          <a:xfrm flipH="1">
            <a:off x="1761266" y="-614125"/>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12" name="Google Shape;412;p21"/>
          <p:cNvCxnSpPr/>
          <p:nvPr/>
        </p:nvCxnSpPr>
        <p:spPr>
          <a:xfrm rot="10800000">
            <a:off x="709975" y="3201569"/>
            <a:ext cx="1758300" cy="1758300"/>
          </a:xfrm>
          <a:prstGeom prst="straightConnector1">
            <a:avLst/>
          </a:prstGeom>
          <a:noFill/>
          <a:ln cap="flat" cmpd="sng" w="9525">
            <a:solidFill>
              <a:schemeClr val="accent4"/>
            </a:solidFill>
            <a:prstDash val="solid"/>
            <a:round/>
            <a:headEnd len="med" w="med" type="none"/>
            <a:tailEnd len="med" w="med" type="none"/>
          </a:ln>
        </p:spPr>
      </p:cxnSp>
      <p:sp>
        <p:nvSpPr>
          <p:cNvPr id="409" name="Google Shape;409;p21"/>
          <p:cNvSpPr/>
          <p:nvPr/>
        </p:nvSpPr>
        <p:spPr>
          <a:xfrm>
            <a:off x="1761265" y="2930748"/>
            <a:ext cx="1761300" cy="2212500"/>
          </a:xfrm>
          <a:prstGeom prst="snip2DiagRect">
            <a:avLst>
              <a:gd fmla="val 0" name="adj1"/>
              <a:gd fmla="val 50000" name="adj2"/>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cxnSp>
        <p:nvCxnSpPr>
          <p:cNvPr id="413" name="Google Shape;413;p21"/>
          <p:cNvCxnSpPr/>
          <p:nvPr/>
        </p:nvCxnSpPr>
        <p:spPr>
          <a:xfrm flipH="1" rot="10800000">
            <a:off x="-23900" y="3541825"/>
            <a:ext cx="1163100" cy="1163100"/>
          </a:xfrm>
          <a:prstGeom prst="straightConnector1">
            <a:avLst/>
          </a:prstGeom>
          <a:noFill/>
          <a:ln cap="flat" cmpd="sng" w="9525">
            <a:solidFill>
              <a:schemeClr val="accent4"/>
            </a:solidFill>
            <a:prstDash val="solid"/>
            <a:round/>
            <a:headEnd len="med" w="med" type="none"/>
            <a:tailEnd len="med" w="med" type="none"/>
          </a:ln>
        </p:spPr>
      </p:cxnSp>
      <p:sp>
        <p:nvSpPr>
          <p:cNvPr id="414" name="Google Shape;414;p21"/>
          <p:cNvSpPr/>
          <p:nvPr/>
        </p:nvSpPr>
        <p:spPr>
          <a:xfrm flipH="1">
            <a:off x="-34" y="1598375"/>
            <a:ext cx="1761300" cy="2212500"/>
          </a:xfrm>
          <a:prstGeom prst="snip2DiagRect">
            <a:avLst>
              <a:gd fmla="val 0" name="adj1"/>
              <a:gd fmla="val 50000" name="adj2"/>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15" name="Google Shape;415;p21"/>
          <p:cNvSpPr txBox="1"/>
          <p:nvPr>
            <p:ph idx="1" type="subTitle"/>
          </p:nvPr>
        </p:nvSpPr>
        <p:spPr>
          <a:xfrm>
            <a:off x="3948800" y="2677301"/>
            <a:ext cx="4941000" cy="19299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16" name="Google Shape;416;p21"/>
          <p:cNvSpPr txBox="1"/>
          <p:nvPr>
            <p:ph type="title"/>
          </p:nvPr>
        </p:nvSpPr>
        <p:spPr>
          <a:xfrm>
            <a:off x="3948800" y="1956950"/>
            <a:ext cx="4966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solidFill>
                  <a:schemeClr val="lt1"/>
                </a:solidFill>
              </a:defRPr>
            </a:lvl1pPr>
            <a:lvl2pPr lvl="1">
              <a:lnSpc>
                <a:spcPct val="115000"/>
              </a:lnSpc>
              <a:spcBef>
                <a:spcPts val="0"/>
              </a:spcBef>
              <a:spcAft>
                <a:spcPts val="0"/>
              </a:spcAft>
              <a:buNone/>
              <a:defRPr>
                <a:solidFill>
                  <a:schemeClr val="lt1"/>
                </a:solidFill>
              </a:defRPr>
            </a:lvl2pPr>
            <a:lvl3pPr lvl="2">
              <a:lnSpc>
                <a:spcPct val="115000"/>
              </a:lnSpc>
              <a:spcBef>
                <a:spcPts val="0"/>
              </a:spcBef>
              <a:spcAft>
                <a:spcPts val="0"/>
              </a:spcAft>
              <a:buNone/>
              <a:defRPr>
                <a:solidFill>
                  <a:schemeClr val="lt1"/>
                </a:solidFill>
              </a:defRPr>
            </a:lvl3pPr>
            <a:lvl4pPr lvl="3">
              <a:lnSpc>
                <a:spcPct val="115000"/>
              </a:lnSpc>
              <a:spcBef>
                <a:spcPts val="0"/>
              </a:spcBef>
              <a:spcAft>
                <a:spcPts val="0"/>
              </a:spcAft>
              <a:buNone/>
              <a:defRPr>
                <a:solidFill>
                  <a:schemeClr val="lt1"/>
                </a:solidFill>
              </a:defRPr>
            </a:lvl4pPr>
            <a:lvl5pPr lvl="4">
              <a:lnSpc>
                <a:spcPct val="115000"/>
              </a:lnSpc>
              <a:spcBef>
                <a:spcPts val="0"/>
              </a:spcBef>
              <a:spcAft>
                <a:spcPts val="0"/>
              </a:spcAft>
              <a:buNone/>
              <a:defRPr>
                <a:solidFill>
                  <a:schemeClr val="lt1"/>
                </a:solidFill>
              </a:defRPr>
            </a:lvl5pPr>
            <a:lvl6pPr lvl="5">
              <a:lnSpc>
                <a:spcPct val="115000"/>
              </a:lnSpc>
              <a:spcBef>
                <a:spcPts val="0"/>
              </a:spcBef>
              <a:spcAft>
                <a:spcPts val="0"/>
              </a:spcAft>
              <a:buNone/>
              <a:defRPr>
                <a:solidFill>
                  <a:schemeClr val="lt1"/>
                </a:solidFill>
              </a:defRPr>
            </a:lvl6pPr>
            <a:lvl7pPr lvl="6">
              <a:lnSpc>
                <a:spcPct val="115000"/>
              </a:lnSpc>
              <a:spcBef>
                <a:spcPts val="0"/>
              </a:spcBef>
              <a:spcAft>
                <a:spcPts val="0"/>
              </a:spcAft>
              <a:buNone/>
              <a:defRPr>
                <a:solidFill>
                  <a:schemeClr val="lt1"/>
                </a:solidFill>
              </a:defRPr>
            </a:lvl7pPr>
            <a:lvl8pPr lvl="7">
              <a:lnSpc>
                <a:spcPct val="115000"/>
              </a:lnSpc>
              <a:spcBef>
                <a:spcPts val="0"/>
              </a:spcBef>
              <a:spcAft>
                <a:spcPts val="0"/>
              </a:spcAft>
              <a:buNone/>
              <a:defRPr>
                <a:solidFill>
                  <a:schemeClr val="lt1"/>
                </a:solidFill>
              </a:defRPr>
            </a:lvl8pPr>
            <a:lvl9pPr lvl="8">
              <a:lnSpc>
                <a:spcPct val="115000"/>
              </a:lnSpc>
              <a:spcBef>
                <a:spcPts val="0"/>
              </a:spcBef>
              <a:spcAft>
                <a:spcPts val="0"/>
              </a:spcAft>
              <a:buNone/>
              <a:defRPr>
                <a:solidFill>
                  <a:schemeClr val="lt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w/ description">
  <p:cSld name="BLANK_1_1_1_1_1_1_1_1_1_1_1">
    <p:spTree>
      <p:nvGrpSpPr>
        <p:cNvPr id="417" name="Shape 417"/>
        <p:cNvGrpSpPr/>
        <p:nvPr/>
      </p:nvGrpSpPr>
      <p:grpSpPr>
        <a:xfrm>
          <a:off x="0" y="0"/>
          <a:ext cx="0" cy="0"/>
          <a:chOff x="0" y="0"/>
          <a:chExt cx="0" cy="0"/>
        </a:xfrm>
      </p:grpSpPr>
      <p:sp>
        <p:nvSpPr>
          <p:cNvPr id="418" name="Google Shape;418;p22"/>
          <p:cNvSpPr txBox="1"/>
          <p:nvPr>
            <p:ph idx="1" type="subTitle"/>
          </p:nvPr>
        </p:nvSpPr>
        <p:spPr>
          <a:xfrm>
            <a:off x="4782025" y="17315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19" name="Google Shape;419;p22"/>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20" name="Google Shape;420;p22"/>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1" name="Google Shape;421;p22"/>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2" name="Google Shape;422;p22"/>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3" name="Google Shape;423;p22"/>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24" name="Google Shape;424;p22"/>
          <p:cNvSpPr txBox="1"/>
          <p:nvPr>
            <p:ph idx="2" type="subTitle"/>
          </p:nvPr>
        </p:nvSpPr>
        <p:spPr>
          <a:xfrm>
            <a:off x="4944882" y="18751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5" name="Google Shape;425;p22"/>
          <p:cNvSpPr txBox="1"/>
          <p:nvPr>
            <p:ph idx="3" type="subTitle"/>
          </p:nvPr>
        </p:nvSpPr>
        <p:spPr>
          <a:xfrm>
            <a:off x="4782025" y="2682477"/>
            <a:ext cx="1926900" cy="3015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26" name="Google Shape;426;p22"/>
          <p:cNvSpPr txBox="1"/>
          <p:nvPr>
            <p:ph idx="4" type="subTitle"/>
          </p:nvPr>
        </p:nvSpPr>
        <p:spPr>
          <a:xfrm>
            <a:off x="4944882" y="2826125"/>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7" name="Google Shape;427;p22"/>
          <p:cNvSpPr txBox="1"/>
          <p:nvPr>
            <p:ph idx="5" type="subTitle"/>
          </p:nvPr>
        </p:nvSpPr>
        <p:spPr>
          <a:xfrm>
            <a:off x="4782025" y="3628000"/>
            <a:ext cx="19269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28" name="Google Shape;428;p22"/>
          <p:cNvSpPr txBox="1"/>
          <p:nvPr>
            <p:ph idx="6" type="subTitle"/>
          </p:nvPr>
        </p:nvSpPr>
        <p:spPr>
          <a:xfrm>
            <a:off x="4944882" y="3771650"/>
            <a:ext cx="15849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29" name="Google Shape;429;p22"/>
          <p:cNvSpPr txBox="1"/>
          <p:nvPr>
            <p:ph idx="7" type="subTitle"/>
          </p:nvPr>
        </p:nvSpPr>
        <p:spPr>
          <a:xfrm>
            <a:off x="7123375" y="17315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0" name="Google Shape;430;p22"/>
          <p:cNvSpPr txBox="1"/>
          <p:nvPr>
            <p:ph idx="8" type="subTitle"/>
          </p:nvPr>
        </p:nvSpPr>
        <p:spPr>
          <a:xfrm>
            <a:off x="7278029" y="18751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31" name="Google Shape;431;p22"/>
          <p:cNvSpPr txBox="1"/>
          <p:nvPr>
            <p:ph idx="9" type="subTitle"/>
          </p:nvPr>
        </p:nvSpPr>
        <p:spPr>
          <a:xfrm>
            <a:off x="7123375" y="2682477"/>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2" name="Google Shape;432;p22"/>
          <p:cNvSpPr txBox="1"/>
          <p:nvPr>
            <p:ph idx="13" type="subTitle"/>
          </p:nvPr>
        </p:nvSpPr>
        <p:spPr>
          <a:xfrm>
            <a:off x="7278029" y="2826127"/>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
        <p:nvSpPr>
          <p:cNvPr id="433" name="Google Shape;433;p22"/>
          <p:cNvSpPr txBox="1"/>
          <p:nvPr>
            <p:ph idx="14" type="subTitle"/>
          </p:nvPr>
        </p:nvSpPr>
        <p:spPr>
          <a:xfrm>
            <a:off x="7123375" y="3628000"/>
            <a:ext cx="17478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4" name="Google Shape;434;p22"/>
          <p:cNvSpPr txBox="1"/>
          <p:nvPr>
            <p:ph idx="15" type="subTitle"/>
          </p:nvPr>
        </p:nvSpPr>
        <p:spPr>
          <a:xfrm>
            <a:off x="7278029" y="3771650"/>
            <a:ext cx="1637400" cy="301500"/>
          </a:xfrm>
          <a:prstGeom prst="rect">
            <a:avLst/>
          </a:prstGeom>
        </p:spPr>
        <p:txBody>
          <a:bodyPr anchorCtr="0" anchor="t" bIns="91425" lIns="0" spcFirstLastPara="1" rIns="91425" wrap="square" tIns="91425">
            <a:noAutofit/>
          </a:bodyPr>
          <a:lstStyle>
            <a:lvl1pPr lvl="0">
              <a:spcBef>
                <a:spcPts val="0"/>
              </a:spcBef>
              <a:spcAft>
                <a:spcPts val="0"/>
              </a:spcAft>
              <a:buClr>
                <a:schemeClr val="dk2"/>
              </a:buClr>
              <a:buSzPts val="1200"/>
              <a:buFont typeface="Red Hat Display"/>
              <a:buNone/>
              <a:defRPr sz="1200">
                <a:solidFill>
                  <a:schemeClr val="dk2"/>
                </a:solidFill>
              </a:defRPr>
            </a:lvl1pPr>
            <a:lvl2pPr lvl="1">
              <a:spcBef>
                <a:spcPts val="0"/>
              </a:spcBef>
              <a:spcAft>
                <a:spcPts val="0"/>
              </a:spcAft>
              <a:buClr>
                <a:schemeClr val="dk2"/>
              </a:buClr>
              <a:buSzPts val="1200"/>
              <a:buFont typeface="Red Hat Display"/>
              <a:buNone/>
              <a:defRPr sz="1200">
                <a:solidFill>
                  <a:schemeClr val="dk2"/>
                </a:solidFill>
              </a:defRPr>
            </a:lvl2pPr>
            <a:lvl3pPr lvl="2">
              <a:spcBef>
                <a:spcPts val="0"/>
              </a:spcBef>
              <a:spcAft>
                <a:spcPts val="0"/>
              </a:spcAft>
              <a:buClr>
                <a:schemeClr val="dk2"/>
              </a:buClr>
              <a:buSzPts val="1200"/>
              <a:buFont typeface="Red Hat Display"/>
              <a:buNone/>
              <a:defRPr sz="1200">
                <a:solidFill>
                  <a:schemeClr val="dk2"/>
                </a:solidFill>
              </a:defRPr>
            </a:lvl3pPr>
            <a:lvl4pPr lvl="3">
              <a:spcBef>
                <a:spcPts val="0"/>
              </a:spcBef>
              <a:spcAft>
                <a:spcPts val="0"/>
              </a:spcAft>
              <a:buClr>
                <a:schemeClr val="dk2"/>
              </a:buClr>
              <a:buSzPts val="1200"/>
              <a:buFont typeface="Red Hat Display"/>
              <a:buNone/>
              <a:defRPr sz="1200">
                <a:solidFill>
                  <a:schemeClr val="dk2"/>
                </a:solidFill>
              </a:defRPr>
            </a:lvl4pPr>
            <a:lvl5pPr lvl="4">
              <a:spcBef>
                <a:spcPts val="0"/>
              </a:spcBef>
              <a:spcAft>
                <a:spcPts val="0"/>
              </a:spcAft>
              <a:buClr>
                <a:schemeClr val="dk2"/>
              </a:buClr>
              <a:buSzPts val="1200"/>
              <a:buFont typeface="Red Hat Display"/>
              <a:buNone/>
              <a:defRPr sz="1200">
                <a:solidFill>
                  <a:schemeClr val="dk2"/>
                </a:solidFill>
              </a:defRPr>
            </a:lvl5pPr>
            <a:lvl6pPr lvl="5">
              <a:spcBef>
                <a:spcPts val="0"/>
              </a:spcBef>
              <a:spcAft>
                <a:spcPts val="0"/>
              </a:spcAft>
              <a:buClr>
                <a:schemeClr val="dk2"/>
              </a:buClr>
              <a:buSzPts val="1200"/>
              <a:buFont typeface="Red Hat Display"/>
              <a:buNone/>
              <a:defRPr sz="1200">
                <a:solidFill>
                  <a:schemeClr val="dk2"/>
                </a:solidFill>
              </a:defRPr>
            </a:lvl6pPr>
            <a:lvl7pPr lvl="6">
              <a:spcBef>
                <a:spcPts val="0"/>
              </a:spcBef>
              <a:spcAft>
                <a:spcPts val="0"/>
              </a:spcAft>
              <a:buClr>
                <a:schemeClr val="dk2"/>
              </a:buClr>
              <a:buSzPts val="1200"/>
              <a:buFont typeface="Red Hat Display"/>
              <a:buNone/>
              <a:defRPr sz="1200">
                <a:solidFill>
                  <a:schemeClr val="dk2"/>
                </a:solidFill>
              </a:defRPr>
            </a:lvl7pPr>
            <a:lvl8pPr lvl="7">
              <a:spcBef>
                <a:spcPts val="0"/>
              </a:spcBef>
              <a:spcAft>
                <a:spcPts val="0"/>
              </a:spcAft>
              <a:buClr>
                <a:schemeClr val="dk2"/>
              </a:buClr>
              <a:buSzPts val="1200"/>
              <a:buFont typeface="Red Hat Display"/>
              <a:buNone/>
              <a:defRPr sz="1200">
                <a:solidFill>
                  <a:schemeClr val="dk2"/>
                </a:solidFill>
              </a:defRPr>
            </a:lvl8pPr>
            <a:lvl9pPr lvl="8">
              <a:spcBef>
                <a:spcPts val="0"/>
              </a:spcBef>
              <a:spcAft>
                <a:spcPts val="0"/>
              </a:spcAft>
              <a:buClr>
                <a:schemeClr val="dk2"/>
              </a:buClr>
              <a:buSzPts val="1200"/>
              <a:buFont typeface="Red Hat Display"/>
              <a:buNone/>
              <a:defRPr sz="1200">
                <a:solidFill>
                  <a:schemeClr val="dk2"/>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BLANK_1_1_1_1_1_1_1_1_1_1_1_2">
    <p:spTree>
      <p:nvGrpSpPr>
        <p:cNvPr id="435" name="Shape 435"/>
        <p:cNvGrpSpPr/>
        <p:nvPr/>
      </p:nvGrpSpPr>
      <p:grpSpPr>
        <a:xfrm>
          <a:off x="0" y="0"/>
          <a:ext cx="0" cy="0"/>
          <a:chOff x="0" y="0"/>
          <a:chExt cx="0" cy="0"/>
        </a:xfrm>
      </p:grpSpPr>
      <p:sp>
        <p:nvSpPr>
          <p:cNvPr id="436" name="Google Shape;436;p23"/>
          <p:cNvSpPr txBox="1"/>
          <p:nvPr>
            <p:ph idx="1" type="subTitle"/>
          </p:nvPr>
        </p:nvSpPr>
        <p:spPr>
          <a:xfrm>
            <a:off x="5711285" y="17315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37" name="Google Shape;437;p23"/>
          <p:cNvSpPr txBox="1"/>
          <p:nvPr>
            <p:ph type="title"/>
          </p:nvPr>
        </p:nvSpPr>
        <p:spPr>
          <a:xfrm>
            <a:off x="1392601" y="836575"/>
            <a:ext cx="32052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4000">
                <a:solidFill>
                  <a:schemeClr val="lt1"/>
                </a:solidFill>
              </a:defRPr>
            </a:lvl1pPr>
            <a:lvl2pPr lvl="1">
              <a:lnSpc>
                <a:spcPct val="115000"/>
              </a:lnSpc>
              <a:spcBef>
                <a:spcPts val="0"/>
              </a:spcBef>
              <a:spcAft>
                <a:spcPts val="0"/>
              </a:spcAft>
              <a:buNone/>
              <a:defRPr sz="4000">
                <a:solidFill>
                  <a:schemeClr val="lt1"/>
                </a:solidFill>
              </a:defRPr>
            </a:lvl2pPr>
            <a:lvl3pPr lvl="2">
              <a:lnSpc>
                <a:spcPct val="115000"/>
              </a:lnSpc>
              <a:spcBef>
                <a:spcPts val="0"/>
              </a:spcBef>
              <a:spcAft>
                <a:spcPts val="0"/>
              </a:spcAft>
              <a:buNone/>
              <a:defRPr sz="4000">
                <a:solidFill>
                  <a:schemeClr val="lt1"/>
                </a:solidFill>
              </a:defRPr>
            </a:lvl3pPr>
            <a:lvl4pPr lvl="3">
              <a:lnSpc>
                <a:spcPct val="115000"/>
              </a:lnSpc>
              <a:spcBef>
                <a:spcPts val="0"/>
              </a:spcBef>
              <a:spcAft>
                <a:spcPts val="0"/>
              </a:spcAft>
              <a:buNone/>
              <a:defRPr sz="4000">
                <a:solidFill>
                  <a:schemeClr val="lt1"/>
                </a:solidFill>
              </a:defRPr>
            </a:lvl4pPr>
            <a:lvl5pPr lvl="4">
              <a:lnSpc>
                <a:spcPct val="115000"/>
              </a:lnSpc>
              <a:spcBef>
                <a:spcPts val="0"/>
              </a:spcBef>
              <a:spcAft>
                <a:spcPts val="0"/>
              </a:spcAft>
              <a:buNone/>
              <a:defRPr sz="4000">
                <a:solidFill>
                  <a:schemeClr val="lt1"/>
                </a:solidFill>
              </a:defRPr>
            </a:lvl5pPr>
            <a:lvl6pPr lvl="5">
              <a:lnSpc>
                <a:spcPct val="115000"/>
              </a:lnSpc>
              <a:spcBef>
                <a:spcPts val="0"/>
              </a:spcBef>
              <a:spcAft>
                <a:spcPts val="0"/>
              </a:spcAft>
              <a:buNone/>
              <a:defRPr sz="4000">
                <a:solidFill>
                  <a:schemeClr val="lt1"/>
                </a:solidFill>
              </a:defRPr>
            </a:lvl6pPr>
            <a:lvl7pPr lvl="6">
              <a:lnSpc>
                <a:spcPct val="115000"/>
              </a:lnSpc>
              <a:spcBef>
                <a:spcPts val="0"/>
              </a:spcBef>
              <a:spcAft>
                <a:spcPts val="0"/>
              </a:spcAft>
              <a:buNone/>
              <a:defRPr sz="4000">
                <a:solidFill>
                  <a:schemeClr val="lt1"/>
                </a:solidFill>
              </a:defRPr>
            </a:lvl7pPr>
            <a:lvl8pPr lvl="7">
              <a:lnSpc>
                <a:spcPct val="115000"/>
              </a:lnSpc>
              <a:spcBef>
                <a:spcPts val="0"/>
              </a:spcBef>
              <a:spcAft>
                <a:spcPts val="0"/>
              </a:spcAft>
              <a:buNone/>
              <a:defRPr sz="4000">
                <a:solidFill>
                  <a:schemeClr val="lt1"/>
                </a:solidFill>
              </a:defRPr>
            </a:lvl8pPr>
            <a:lvl9pPr lvl="8">
              <a:lnSpc>
                <a:spcPct val="115000"/>
              </a:lnSpc>
              <a:spcBef>
                <a:spcPts val="0"/>
              </a:spcBef>
              <a:spcAft>
                <a:spcPts val="0"/>
              </a:spcAft>
              <a:buNone/>
              <a:defRPr sz="4000">
                <a:solidFill>
                  <a:schemeClr val="lt1"/>
                </a:solidFill>
              </a:defRPr>
            </a:lvl9pPr>
          </a:lstStyle>
          <a:p/>
        </p:txBody>
      </p:sp>
      <p:sp>
        <p:nvSpPr>
          <p:cNvPr id="438" name="Google Shape;438;p23"/>
          <p:cNvSpPr/>
          <p:nvPr/>
        </p:nvSpPr>
        <p:spPr>
          <a:xfrm>
            <a:off x="1" y="1262825"/>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39" name="Google Shape;439;p23"/>
          <p:cNvSpPr/>
          <p:nvPr/>
        </p:nvSpPr>
        <p:spPr>
          <a:xfrm>
            <a:off x="1" y="2556277"/>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0" name="Google Shape;440;p23"/>
          <p:cNvSpPr/>
          <p:nvPr/>
        </p:nvSpPr>
        <p:spPr>
          <a:xfrm>
            <a:off x="1" y="3849830"/>
            <a:ext cx="1187700" cy="12936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1" name="Google Shape;441;p23"/>
          <p:cNvSpPr/>
          <p:nvPr/>
        </p:nvSpPr>
        <p:spPr>
          <a:xfrm>
            <a:off x="0" y="0"/>
            <a:ext cx="1187700" cy="1262700"/>
          </a:xfrm>
          <a:prstGeom prst="snip2DiagRect">
            <a:avLst>
              <a:gd fmla="val 0" name="adj1"/>
              <a:gd fmla="val 50000"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2" name="Google Shape;442;p23"/>
          <p:cNvSpPr txBox="1"/>
          <p:nvPr>
            <p:ph idx="2" type="subTitle"/>
          </p:nvPr>
        </p:nvSpPr>
        <p:spPr>
          <a:xfrm>
            <a:off x="5711285" y="22504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3" name="Google Shape;443;p23"/>
          <p:cNvSpPr txBox="1"/>
          <p:nvPr>
            <p:ph idx="3" type="subTitle"/>
          </p:nvPr>
        </p:nvSpPr>
        <p:spPr>
          <a:xfrm>
            <a:off x="5711285" y="2769450"/>
            <a:ext cx="2846700" cy="301500"/>
          </a:xfrm>
          <a:prstGeom prst="rect">
            <a:avLst/>
          </a:prstGeom>
        </p:spPr>
        <p:txBody>
          <a:bodyPr anchorCtr="0" anchor="b" bIns="91425" lIns="91425" spcFirstLastPara="1" rIns="91425" wrap="square" tIns="91425">
            <a:noAutofit/>
          </a:bodyPr>
          <a:lstStyle>
            <a:lvl1pPr lvl="0">
              <a:spcBef>
                <a:spcPts val="0"/>
              </a:spcBef>
              <a:spcAft>
                <a:spcPts val="0"/>
              </a:spcAft>
              <a:buSzPts val="1400"/>
              <a:buFont typeface="Red Hat Display"/>
              <a:buNone/>
              <a:defRPr/>
            </a:lvl1pPr>
            <a:lvl2pPr lvl="1">
              <a:spcBef>
                <a:spcPts val="0"/>
              </a:spcBef>
              <a:spcAft>
                <a:spcPts val="0"/>
              </a:spcAft>
              <a:buSzPts val="1400"/>
              <a:buFont typeface="Red Hat Display"/>
              <a:buNone/>
              <a:defRPr/>
            </a:lvl2pPr>
            <a:lvl3pPr lvl="2">
              <a:spcBef>
                <a:spcPts val="0"/>
              </a:spcBef>
              <a:spcAft>
                <a:spcPts val="0"/>
              </a:spcAft>
              <a:buSzPts val="1400"/>
              <a:buFont typeface="Red Hat Display"/>
              <a:buNone/>
              <a:defRPr/>
            </a:lvl3pPr>
            <a:lvl4pPr lvl="3">
              <a:spcBef>
                <a:spcPts val="0"/>
              </a:spcBef>
              <a:spcAft>
                <a:spcPts val="0"/>
              </a:spcAft>
              <a:buSzPts val="1400"/>
              <a:buFont typeface="Red Hat Display"/>
              <a:buNone/>
              <a:defRPr/>
            </a:lvl4pPr>
            <a:lvl5pPr lvl="4">
              <a:spcBef>
                <a:spcPts val="0"/>
              </a:spcBef>
              <a:spcAft>
                <a:spcPts val="0"/>
              </a:spcAft>
              <a:buSzPts val="1400"/>
              <a:buFont typeface="Red Hat Display"/>
              <a:buNone/>
              <a:defRPr/>
            </a:lvl5pPr>
            <a:lvl6pPr lvl="5">
              <a:spcBef>
                <a:spcPts val="0"/>
              </a:spcBef>
              <a:spcAft>
                <a:spcPts val="0"/>
              </a:spcAft>
              <a:buSzPts val="1400"/>
              <a:buFont typeface="Red Hat Display"/>
              <a:buNone/>
              <a:defRPr/>
            </a:lvl6pPr>
            <a:lvl7pPr lvl="6">
              <a:spcBef>
                <a:spcPts val="0"/>
              </a:spcBef>
              <a:spcAft>
                <a:spcPts val="0"/>
              </a:spcAft>
              <a:buSzPts val="1400"/>
              <a:buFont typeface="Red Hat Display"/>
              <a:buNone/>
              <a:defRPr/>
            </a:lvl7pPr>
            <a:lvl8pPr lvl="7">
              <a:spcBef>
                <a:spcPts val="0"/>
              </a:spcBef>
              <a:spcAft>
                <a:spcPts val="0"/>
              </a:spcAft>
              <a:buSzPts val="1400"/>
              <a:buFont typeface="Red Hat Display"/>
              <a:buNone/>
              <a:defRPr/>
            </a:lvl8pPr>
            <a:lvl9pPr lvl="8">
              <a:spcBef>
                <a:spcPts val="0"/>
              </a:spcBef>
              <a:spcAft>
                <a:spcPts val="0"/>
              </a:spcAft>
              <a:buSzPts val="1400"/>
              <a:buFont typeface="Red Hat Display"/>
              <a:buNone/>
              <a:defRPr/>
            </a:lvl9pPr>
          </a:lstStyle>
          <a:p/>
        </p:txBody>
      </p:sp>
      <p:sp>
        <p:nvSpPr>
          <p:cNvPr id="444" name="Google Shape;444;p23"/>
          <p:cNvSpPr txBox="1"/>
          <p:nvPr>
            <p:ph idx="4" type="subTitle"/>
          </p:nvPr>
        </p:nvSpPr>
        <p:spPr>
          <a:xfrm>
            <a:off x="5711285" y="328842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5" name="Google Shape;445;p23"/>
          <p:cNvSpPr txBox="1"/>
          <p:nvPr>
            <p:ph idx="5" type="subTitle"/>
          </p:nvPr>
        </p:nvSpPr>
        <p:spPr>
          <a:xfrm>
            <a:off x="5711285" y="3807400"/>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46" name="Google Shape;446;p23"/>
          <p:cNvSpPr txBox="1"/>
          <p:nvPr>
            <p:ph idx="6" type="subTitle"/>
          </p:nvPr>
        </p:nvSpPr>
        <p:spPr>
          <a:xfrm>
            <a:off x="5711285" y="4326375"/>
            <a:ext cx="2846700" cy="3015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_6">
    <p:spTree>
      <p:nvGrpSpPr>
        <p:cNvPr id="447" name="Shape 447"/>
        <p:cNvGrpSpPr/>
        <p:nvPr/>
      </p:nvGrpSpPr>
      <p:grpSpPr>
        <a:xfrm>
          <a:off x="0" y="0"/>
          <a:ext cx="0" cy="0"/>
          <a:chOff x="0" y="0"/>
          <a:chExt cx="0" cy="0"/>
        </a:xfrm>
      </p:grpSpPr>
      <p:sp>
        <p:nvSpPr>
          <p:cNvPr id="448" name="Google Shape;448;p24"/>
          <p:cNvSpPr/>
          <p:nvPr/>
        </p:nvSpPr>
        <p:spPr>
          <a:xfrm rot="5400000">
            <a:off x="446600" y="-454900"/>
            <a:ext cx="2712900" cy="3605700"/>
          </a:xfrm>
          <a:prstGeom prst="snip1Rect">
            <a:avLst>
              <a:gd fmla="val 39812"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ed Hat Display"/>
              <a:ea typeface="Red Hat Display"/>
              <a:cs typeface="Red Hat Display"/>
              <a:sym typeface="Red Hat Display"/>
            </a:endParaRPr>
          </a:p>
        </p:txBody>
      </p:sp>
      <p:sp>
        <p:nvSpPr>
          <p:cNvPr id="449" name="Google Shape;449;p24"/>
          <p:cNvSpPr txBox="1"/>
          <p:nvPr>
            <p:ph type="title"/>
          </p:nvPr>
        </p:nvSpPr>
        <p:spPr>
          <a:xfrm>
            <a:off x="228600" y="525200"/>
            <a:ext cx="3154500" cy="587700"/>
          </a:xfrm>
          <a:prstGeom prst="rect">
            <a:avLst/>
          </a:prstGeom>
        </p:spPr>
        <p:txBody>
          <a:bodyPr anchorCtr="0" anchor="b" bIns="0" lIns="0" spcFirstLastPara="1" rIns="91425" wrap="square" tIns="91425">
            <a:noAutofit/>
          </a:bodyPr>
          <a:lstStyle>
            <a:lvl1pPr lvl="0">
              <a:spcBef>
                <a:spcPts val="0"/>
              </a:spcBef>
              <a:spcAft>
                <a:spcPts val="0"/>
              </a:spcAft>
              <a:buNone/>
              <a:defRPr sz="4000"/>
            </a:lvl1pPr>
            <a:lvl2pPr lvl="1">
              <a:lnSpc>
                <a:spcPct val="115000"/>
              </a:lnSpc>
              <a:spcBef>
                <a:spcPts val="0"/>
              </a:spcBef>
              <a:spcAft>
                <a:spcPts val="0"/>
              </a:spcAft>
              <a:buNone/>
              <a:defRPr/>
            </a:lvl2pPr>
            <a:lvl3pPr lvl="2">
              <a:lnSpc>
                <a:spcPct val="115000"/>
              </a:lnSpc>
              <a:spcBef>
                <a:spcPts val="0"/>
              </a:spcBef>
              <a:spcAft>
                <a:spcPts val="0"/>
              </a:spcAft>
              <a:buNone/>
              <a:defRPr/>
            </a:lvl3pPr>
            <a:lvl4pPr lvl="3">
              <a:lnSpc>
                <a:spcPct val="115000"/>
              </a:lnSpc>
              <a:spcBef>
                <a:spcPts val="0"/>
              </a:spcBef>
              <a:spcAft>
                <a:spcPts val="0"/>
              </a:spcAft>
              <a:buNone/>
              <a:defRPr/>
            </a:lvl4pPr>
            <a:lvl5pPr lvl="4">
              <a:lnSpc>
                <a:spcPct val="115000"/>
              </a:lnSpc>
              <a:spcBef>
                <a:spcPts val="0"/>
              </a:spcBef>
              <a:spcAft>
                <a:spcPts val="0"/>
              </a:spcAft>
              <a:buNone/>
              <a:defRPr/>
            </a:lvl5pPr>
            <a:lvl6pPr lvl="5">
              <a:lnSpc>
                <a:spcPct val="115000"/>
              </a:lnSpc>
              <a:spcBef>
                <a:spcPts val="0"/>
              </a:spcBef>
              <a:spcAft>
                <a:spcPts val="0"/>
              </a:spcAft>
              <a:buNone/>
              <a:defRPr/>
            </a:lvl6pPr>
            <a:lvl7pPr lvl="6">
              <a:lnSpc>
                <a:spcPct val="115000"/>
              </a:lnSpc>
              <a:spcBef>
                <a:spcPts val="0"/>
              </a:spcBef>
              <a:spcAft>
                <a:spcPts val="0"/>
              </a:spcAft>
              <a:buNone/>
              <a:defRPr/>
            </a:lvl7pPr>
            <a:lvl8pPr lvl="7">
              <a:lnSpc>
                <a:spcPct val="115000"/>
              </a:lnSpc>
              <a:spcBef>
                <a:spcPts val="0"/>
              </a:spcBef>
              <a:spcAft>
                <a:spcPts val="0"/>
              </a:spcAft>
              <a:buNone/>
              <a:defRPr/>
            </a:lvl8pPr>
            <a:lvl9pPr lvl="8">
              <a:lnSpc>
                <a:spcPct val="115000"/>
              </a:lnSpc>
              <a:spcBef>
                <a:spcPts val="0"/>
              </a:spcBef>
              <a:spcAft>
                <a:spcPts val="0"/>
              </a:spcAft>
              <a:buNone/>
              <a:defRPr/>
            </a:lvl9pPr>
          </a:lstStyle>
          <a:p/>
        </p:txBody>
      </p:sp>
      <p:sp>
        <p:nvSpPr>
          <p:cNvPr id="450" name="Google Shape;450;p24"/>
          <p:cNvSpPr txBox="1"/>
          <p:nvPr>
            <p:ph idx="1" type="subTitle"/>
          </p:nvPr>
        </p:nvSpPr>
        <p:spPr>
          <a:xfrm>
            <a:off x="228600" y="1185575"/>
            <a:ext cx="2806800" cy="9543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Red Hat Display"/>
              <a:buNone/>
              <a:defRPr/>
            </a:lvl1pPr>
            <a:lvl2pPr lvl="1">
              <a:spcBef>
                <a:spcPts val="0"/>
              </a:spcBef>
              <a:spcAft>
                <a:spcPts val="0"/>
              </a:spcAft>
              <a:buClr>
                <a:schemeClr val="lt1"/>
              </a:buClr>
              <a:buSzPts val="1400"/>
              <a:buFont typeface="Red Hat Display"/>
              <a:buNone/>
              <a:defRPr/>
            </a:lvl2pPr>
            <a:lvl3pPr lvl="2">
              <a:spcBef>
                <a:spcPts val="0"/>
              </a:spcBef>
              <a:spcAft>
                <a:spcPts val="0"/>
              </a:spcAft>
              <a:buClr>
                <a:schemeClr val="lt1"/>
              </a:buClr>
              <a:buSzPts val="1400"/>
              <a:buFont typeface="Red Hat Display"/>
              <a:buNone/>
              <a:defRPr/>
            </a:lvl3pPr>
            <a:lvl4pPr lvl="3">
              <a:spcBef>
                <a:spcPts val="0"/>
              </a:spcBef>
              <a:spcAft>
                <a:spcPts val="0"/>
              </a:spcAft>
              <a:buClr>
                <a:schemeClr val="lt1"/>
              </a:buClr>
              <a:buSzPts val="1400"/>
              <a:buFont typeface="Red Hat Display"/>
              <a:buNone/>
              <a:defRPr/>
            </a:lvl4pPr>
            <a:lvl5pPr lvl="4">
              <a:spcBef>
                <a:spcPts val="0"/>
              </a:spcBef>
              <a:spcAft>
                <a:spcPts val="0"/>
              </a:spcAft>
              <a:buClr>
                <a:schemeClr val="lt1"/>
              </a:buClr>
              <a:buSzPts val="1400"/>
              <a:buFont typeface="Red Hat Display"/>
              <a:buNone/>
              <a:defRPr/>
            </a:lvl5pPr>
            <a:lvl6pPr lvl="5">
              <a:spcBef>
                <a:spcPts val="0"/>
              </a:spcBef>
              <a:spcAft>
                <a:spcPts val="0"/>
              </a:spcAft>
              <a:buClr>
                <a:schemeClr val="lt1"/>
              </a:buClr>
              <a:buSzPts val="1400"/>
              <a:buFont typeface="Red Hat Display"/>
              <a:buNone/>
              <a:defRPr/>
            </a:lvl6pPr>
            <a:lvl7pPr lvl="6">
              <a:spcBef>
                <a:spcPts val="0"/>
              </a:spcBef>
              <a:spcAft>
                <a:spcPts val="0"/>
              </a:spcAft>
              <a:buClr>
                <a:schemeClr val="lt1"/>
              </a:buClr>
              <a:buSzPts val="1400"/>
              <a:buFont typeface="Red Hat Display"/>
              <a:buNone/>
              <a:defRPr/>
            </a:lvl7pPr>
            <a:lvl8pPr lvl="7">
              <a:spcBef>
                <a:spcPts val="0"/>
              </a:spcBef>
              <a:spcAft>
                <a:spcPts val="0"/>
              </a:spcAft>
              <a:buClr>
                <a:schemeClr val="lt1"/>
              </a:buClr>
              <a:buSzPts val="1400"/>
              <a:buFont typeface="Red Hat Display"/>
              <a:buNone/>
              <a:defRPr/>
            </a:lvl8pPr>
            <a:lvl9pPr lvl="8">
              <a:spcBef>
                <a:spcPts val="0"/>
              </a:spcBef>
              <a:spcAft>
                <a:spcPts val="0"/>
              </a:spcAft>
              <a:buClr>
                <a:schemeClr val="lt1"/>
              </a:buClr>
              <a:buSzPts val="1400"/>
              <a:buFont typeface="Red Hat Display"/>
              <a:buNone/>
              <a:defRPr/>
            </a:lvl9pPr>
          </a:lstStyle>
          <a:p/>
        </p:txBody>
      </p:sp>
      <p:sp>
        <p:nvSpPr>
          <p:cNvPr id="451" name="Google Shape;451;p24"/>
          <p:cNvSpPr txBox="1"/>
          <p:nvPr>
            <p:ph idx="2" type="subTitle"/>
          </p:nvPr>
        </p:nvSpPr>
        <p:spPr>
          <a:xfrm>
            <a:off x="4784300" y="1597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2" name="Google Shape;452;p24"/>
          <p:cNvSpPr txBox="1"/>
          <p:nvPr>
            <p:ph idx="3" type="subTitle"/>
          </p:nvPr>
        </p:nvSpPr>
        <p:spPr>
          <a:xfrm>
            <a:off x="6129000" y="16000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1pPr>
            <a:lvl2pPr lvl="1">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2pPr>
            <a:lvl3pPr lvl="2">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3pPr>
            <a:lvl4pPr lvl="3">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4pPr>
            <a:lvl5pPr lvl="4">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5pPr>
            <a:lvl6pPr lvl="5">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6pPr>
            <a:lvl7pPr lvl="6">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7pPr>
            <a:lvl8pPr lvl="7">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8pPr>
            <a:lvl9pPr lvl="8">
              <a:spcBef>
                <a:spcPts val="0"/>
              </a:spcBef>
              <a:spcAft>
                <a:spcPts val="0"/>
              </a:spcAft>
              <a:buClr>
                <a:schemeClr val="dk2"/>
              </a:buClr>
              <a:buSzPts val="1000"/>
              <a:buFont typeface="Red Hat Display SemiBold"/>
              <a:buNone/>
              <a:defRPr sz="1000">
                <a:solidFill>
                  <a:schemeClr val="dk2"/>
                </a:solidFill>
                <a:latin typeface="Red Hat Display SemiBold"/>
                <a:ea typeface="Red Hat Display SemiBold"/>
                <a:cs typeface="Red Hat Display SemiBold"/>
                <a:sym typeface="Red Hat Display SemiBold"/>
              </a:defRPr>
            </a:lvl9pPr>
          </a:lstStyle>
          <a:p/>
        </p:txBody>
      </p:sp>
      <p:sp>
        <p:nvSpPr>
          <p:cNvPr id="453" name="Google Shape;453;p24"/>
          <p:cNvSpPr txBox="1"/>
          <p:nvPr>
            <p:ph idx="4" type="subTitle"/>
          </p:nvPr>
        </p:nvSpPr>
        <p:spPr>
          <a:xfrm>
            <a:off x="6129000" y="2669675"/>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4" name="Google Shape;454;p24"/>
          <p:cNvSpPr txBox="1"/>
          <p:nvPr>
            <p:ph idx="5" type="subTitle"/>
          </p:nvPr>
        </p:nvSpPr>
        <p:spPr>
          <a:xfrm>
            <a:off x="6129000" y="3739250"/>
            <a:ext cx="1887300" cy="6519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5" name="Google Shape;455;p24"/>
          <p:cNvSpPr txBox="1"/>
          <p:nvPr>
            <p:ph idx="6" type="subTitle"/>
          </p:nvPr>
        </p:nvSpPr>
        <p:spPr>
          <a:xfrm>
            <a:off x="4784300" y="2668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
        <p:nvSpPr>
          <p:cNvPr id="456" name="Google Shape;456;p24"/>
          <p:cNvSpPr txBox="1"/>
          <p:nvPr>
            <p:ph idx="7" type="subTitle"/>
          </p:nvPr>
        </p:nvSpPr>
        <p:spPr>
          <a:xfrm>
            <a:off x="4784300" y="3739250"/>
            <a:ext cx="873600" cy="330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1pPr>
            <a:lvl2pPr lvl="1">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2pPr>
            <a:lvl3pPr lvl="2">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3pPr>
            <a:lvl4pPr lvl="3">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4pPr>
            <a:lvl5pPr lvl="4">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5pPr>
            <a:lvl6pPr lvl="5">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6pPr>
            <a:lvl7pPr lvl="6">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7pPr>
            <a:lvl8pPr lvl="7">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8pPr>
            <a:lvl9pPr lvl="8">
              <a:spcBef>
                <a:spcPts val="0"/>
              </a:spcBef>
              <a:spcAft>
                <a:spcPts val="0"/>
              </a:spcAft>
              <a:buClr>
                <a:schemeClr val="lt1"/>
              </a:buClr>
              <a:buSzPts val="1000"/>
              <a:buFont typeface="Red Hat Display SemiBold"/>
              <a:buNone/>
              <a:defRPr sz="1000">
                <a:latin typeface="Red Hat Display SemiBold"/>
                <a:ea typeface="Red Hat Display SemiBold"/>
                <a:cs typeface="Red Hat Display SemiBold"/>
                <a:sym typeface="Red Hat Display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57" name="Shape 457"/>
        <p:cNvGrpSpPr/>
        <p:nvPr/>
      </p:nvGrpSpPr>
      <p:grpSpPr>
        <a:xfrm>
          <a:off x="0" y="0"/>
          <a:ext cx="0" cy="0"/>
          <a:chOff x="0" y="0"/>
          <a:chExt cx="0" cy="0"/>
        </a:xfrm>
      </p:grpSpPr>
      <p:sp>
        <p:nvSpPr>
          <p:cNvPr id="458" name="Google Shape;458;p2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59" name="Shape 459"/>
        <p:cNvGrpSpPr/>
        <p:nvPr/>
      </p:nvGrpSpPr>
      <p:grpSpPr>
        <a:xfrm>
          <a:off x="0" y="0"/>
          <a:ext cx="0" cy="0"/>
          <a:chOff x="0" y="0"/>
          <a:chExt cx="0" cy="0"/>
        </a:xfrm>
      </p:grpSpPr>
      <p:sp>
        <p:nvSpPr>
          <p:cNvPr id="460" name="Google Shape;460;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1" name="Google Shape;461;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62" name="Shape 462"/>
        <p:cNvGrpSpPr/>
        <p:nvPr/>
      </p:nvGrpSpPr>
      <p:grpSpPr>
        <a:xfrm>
          <a:off x="0" y="0"/>
          <a:ext cx="0" cy="0"/>
          <a:chOff x="0" y="0"/>
          <a:chExt cx="0" cy="0"/>
        </a:xfrm>
      </p:grpSpPr>
      <p:sp>
        <p:nvSpPr>
          <p:cNvPr id="463" name="Google Shape;463;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4" name="Google Shape;464;p2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65" name="Google Shape;465;p27"/>
          <p:cNvSpPr txBox="1"/>
          <p:nvPr>
            <p:ph idx="2" type="body"/>
          </p:nvPr>
        </p:nvSpPr>
        <p:spPr>
          <a:xfrm>
            <a:off x="4832400" y="1152475"/>
            <a:ext cx="3999900" cy="34164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66" name="Shape 466"/>
        <p:cNvGrpSpPr/>
        <p:nvPr/>
      </p:nvGrpSpPr>
      <p:grpSpPr>
        <a:xfrm>
          <a:off x="0" y="0"/>
          <a:ext cx="0" cy="0"/>
          <a:chOff x="0" y="0"/>
          <a:chExt cx="0" cy="0"/>
        </a:xfrm>
      </p:grpSpPr>
      <p:sp>
        <p:nvSpPr>
          <p:cNvPr id="467" name="Google Shape;467;p2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8" name="Google Shape;468;p2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69" name="Shape 469"/>
        <p:cNvGrpSpPr/>
        <p:nvPr/>
      </p:nvGrpSpPr>
      <p:grpSpPr>
        <a:xfrm>
          <a:off x="0" y="0"/>
          <a:ext cx="0" cy="0"/>
          <a:chOff x="0" y="0"/>
          <a:chExt cx="0" cy="0"/>
        </a:xfrm>
      </p:grpSpPr>
      <p:sp>
        <p:nvSpPr>
          <p:cNvPr id="470" name="Google Shape;470;p2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71" name="Shape 471"/>
        <p:cNvGrpSpPr/>
        <p:nvPr/>
      </p:nvGrpSpPr>
      <p:grpSpPr>
        <a:xfrm>
          <a:off x="0" y="0"/>
          <a:ext cx="0" cy="0"/>
          <a:chOff x="0" y="0"/>
          <a:chExt cx="0" cy="0"/>
        </a:xfrm>
      </p:grpSpPr>
      <p:sp>
        <p:nvSpPr>
          <p:cNvPr id="472" name="Google Shape;472;p3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73" name="Google Shape;473;p3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74" name="Google Shape;474;p3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75" name="Shape 475"/>
        <p:cNvGrpSpPr/>
        <p:nvPr/>
      </p:nvGrpSpPr>
      <p:grpSpPr>
        <a:xfrm>
          <a:off x="0" y="0"/>
          <a:ext cx="0" cy="0"/>
          <a:chOff x="0" y="0"/>
          <a:chExt cx="0" cy="0"/>
        </a:xfrm>
      </p:grpSpPr>
      <p:sp>
        <p:nvSpPr>
          <p:cNvPr id="476" name="Google Shape;476;p3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77" name="Shape 477"/>
        <p:cNvGrpSpPr/>
        <p:nvPr/>
      </p:nvGrpSpPr>
      <p:grpSpPr>
        <a:xfrm>
          <a:off x="0" y="0"/>
          <a:ext cx="0" cy="0"/>
          <a:chOff x="0" y="0"/>
          <a:chExt cx="0" cy="0"/>
        </a:xfrm>
      </p:grpSpPr>
      <p:sp>
        <p:nvSpPr>
          <p:cNvPr id="478" name="Google Shape;478;p3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9" name="Google Shape;479;p32"/>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80" name="Shape 480"/>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81" name="Shape 481"/>
        <p:cNvGrpSpPr/>
        <p:nvPr/>
      </p:nvGrpSpPr>
      <p:grpSpPr>
        <a:xfrm>
          <a:off x="0" y="0"/>
          <a:ext cx="0" cy="0"/>
          <a:chOff x="0" y="0"/>
          <a:chExt cx="0" cy="0"/>
        </a:xfrm>
      </p:grpSpPr>
      <p:sp>
        <p:nvSpPr>
          <p:cNvPr id="482" name="Google Shape;482;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83" name="Google Shape;483;p34"/>
          <p:cNvSpPr txBox="1"/>
          <p:nvPr>
            <p:ph idx="1" type="body"/>
          </p:nvPr>
        </p:nvSpPr>
        <p:spPr>
          <a:xfrm>
            <a:off x="311700" y="1152475"/>
            <a:ext cx="4473900" cy="34164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84" name="Google Shape;484;p3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85" name="Shape 485"/>
        <p:cNvGrpSpPr/>
        <p:nvPr/>
      </p:nvGrpSpPr>
      <p:grpSpPr>
        <a:xfrm>
          <a:off x="0" y="0"/>
          <a:ext cx="0" cy="0"/>
          <a:chOff x="0" y="0"/>
          <a:chExt cx="0" cy="0"/>
        </a:xfrm>
      </p:grpSpPr>
      <p:sp>
        <p:nvSpPr>
          <p:cNvPr id="486" name="Google Shape;486;p3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87" name="Google Shape;487;p35"/>
          <p:cNvSpPr txBox="1"/>
          <p:nvPr>
            <p:ph idx="1" type="body"/>
          </p:nvPr>
        </p:nvSpPr>
        <p:spPr>
          <a:xfrm>
            <a:off x="483150" y="2237788"/>
            <a:ext cx="36198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88" name="Google Shape;488;p3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89" name="Google Shape;489;p3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0" name="Google Shape;490;p3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91" name="Shape 491"/>
        <p:cNvGrpSpPr/>
        <p:nvPr/>
      </p:nvGrpSpPr>
      <p:grpSpPr>
        <a:xfrm>
          <a:off x="0" y="0"/>
          <a:ext cx="0" cy="0"/>
          <a:chOff x="0" y="0"/>
          <a:chExt cx="0" cy="0"/>
        </a:xfrm>
      </p:grpSpPr>
      <p:sp>
        <p:nvSpPr>
          <p:cNvPr id="492" name="Google Shape;492;p36"/>
          <p:cNvSpPr txBox="1"/>
          <p:nvPr>
            <p:ph idx="1" type="body"/>
          </p:nvPr>
        </p:nvSpPr>
        <p:spPr>
          <a:xfrm>
            <a:off x="483175" y="2417500"/>
            <a:ext cx="2455500" cy="2373600"/>
          </a:xfrm>
          <a:prstGeom prst="rect">
            <a:avLst/>
          </a:prstGeom>
        </p:spPr>
        <p:txBody>
          <a:bodyPr anchorCtr="0" anchor="t" bIns="91425" lIns="0" spcFirstLastPara="1" rIns="91425" wrap="square" tIns="0">
            <a:spAutoFit/>
          </a:bodyPr>
          <a:lstStyle>
            <a:lvl1pPr indent="-292100" lvl="0" marL="457200">
              <a:spcBef>
                <a:spcPts val="0"/>
              </a:spcBef>
              <a:spcAft>
                <a:spcPts val="0"/>
              </a:spcAft>
              <a:buSzPts val="1000"/>
              <a:buChar char="●"/>
              <a:defRPr/>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493" name="Google Shape;493;p3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494" name="Google Shape;494;p3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95" name="Google Shape;495;p3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6" name="Google Shape;496;p3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7" name="Google Shape;497;p3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98" name="Google Shape;498;p3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99" name="Shape 499"/>
        <p:cNvGrpSpPr/>
        <p:nvPr/>
      </p:nvGrpSpPr>
      <p:grpSpPr>
        <a:xfrm>
          <a:off x="0" y="0"/>
          <a:ext cx="0" cy="0"/>
          <a:chOff x="0" y="0"/>
          <a:chExt cx="0" cy="0"/>
        </a:xfrm>
      </p:grpSpPr>
      <p:sp>
        <p:nvSpPr>
          <p:cNvPr id="500" name="Google Shape;500;p37"/>
          <p:cNvSpPr txBox="1"/>
          <p:nvPr>
            <p:ph idx="1" type="body"/>
          </p:nvPr>
        </p:nvSpPr>
        <p:spPr>
          <a:xfrm>
            <a:off x="366725" y="1759093"/>
            <a:ext cx="3838500" cy="1138500"/>
          </a:xfrm>
          <a:prstGeom prst="rect">
            <a:avLst/>
          </a:prstGeom>
        </p:spPr>
        <p:txBody>
          <a:bodyPr anchorCtr="0" anchor="t" bIns="91425" lIns="0" spcFirstLastPara="1" rIns="91425" wrap="square" tIns="0">
            <a:spAutoFit/>
          </a:bodyPr>
          <a:lstStyle>
            <a:lvl1pPr indent="-317500" lvl="0" marL="457200">
              <a:spcBef>
                <a:spcPts val="0"/>
              </a:spcBef>
              <a:spcAft>
                <a:spcPts val="0"/>
              </a:spcAft>
              <a:buSzPts val="1400"/>
              <a:buChar char="●"/>
              <a:defRPr sz="1400"/>
            </a:lvl1pPr>
            <a:lvl2pPr indent="-292100" lvl="1" marL="914400">
              <a:spcBef>
                <a:spcPts val="800"/>
              </a:spcBef>
              <a:spcAft>
                <a:spcPts val="0"/>
              </a:spcAft>
              <a:buSzPts val="1000"/>
              <a:buChar char="○"/>
              <a:defRPr/>
            </a:lvl2pPr>
            <a:lvl3pPr indent="-292100" lvl="2" marL="1371600">
              <a:spcBef>
                <a:spcPts val="800"/>
              </a:spcBef>
              <a:spcAft>
                <a:spcPts val="0"/>
              </a:spcAft>
              <a:buSzPts val="1000"/>
              <a:buChar char="■"/>
              <a:defRPr/>
            </a:lvl3pPr>
            <a:lvl4pPr indent="-292100" lvl="3" marL="1828800">
              <a:spcBef>
                <a:spcPts val="800"/>
              </a:spcBef>
              <a:spcAft>
                <a:spcPts val="0"/>
              </a:spcAft>
              <a:buSzPts val="1000"/>
              <a:buChar char="●"/>
              <a:defRPr/>
            </a:lvl4pPr>
            <a:lvl5pPr indent="-292100" lvl="4" marL="2286000">
              <a:spcBef>
                <a:spcPts val="800"/>
              </a:spcBef>
              <a:spcAft>
                <a:spcPts val="0"/>
              </a:spcAft>
              <a:buSzPts val="1000"/>
              <a:buChar char="○"/>
              <a:defRPr/>
            </a:lvl5pPr>
            <a:lvl6pPr indent="-292100" lvl="5" marL="2743200">
              <a:spcBef>
                <a:spcPts val="800"/>
              </a:spcBef>
              <a:spcAft>
                <a:spcPts val="0"/>
              </a:spcAft>
              <a:buSzPts val="1000"/>
              <a:buChar char="■"/>
              <a:defRPr/>
            </a:lvl6pPr>
            <a:lvl7pPr indent="-292100" lvl="6" marL="3200400">
              <a:spcBef>
                <a:spcPts val="800"/>
              </a:spcBef>
              <a:spcAft>
                <a:spcPts val="0"/>
              </a:spcAft>
              <a:buSzPts val="1000"/>
              <a:buChar char="●"/>
              <a:defRPr/>
            </a:lvl7pPr>
            <a:lvl8pPr indent="-292100" lvl="7" marL="3657600">
              <a:spcBef>
                <a:spcPts val="800"/>
              </a:spcBef>
              <a:spcAft>
                <a:spcPts val="0"/>
              </a:spcAft>
              <a:buSzPts val="1000"/>
              <a:buChar char="○"/>
              <a:defRPr/>
            </a:lvl8pPr>
            <a:lvl9pPr indent="-292100" lvl="8" marL="4114800">
              <a:spcBef>
                <a:spcPts val="800"/>
              </a:spcBef>
              <a:spcAft>
                <a:spcPts val="800"/>
              </a:spcAft>
              <a:buSzPts val="1000"/>
              <a:buChar char="■"/>
              <a:defRPr/>
            </a:lvl9pPr>
          </a:lstStyle>
          <a:p/>
        </p:txBody>
      </p:sp>
      <p:sp>
        <p:nvSpPr>
          <p:cNvPr id="501" name="Google Shape;501;p3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2" name="Google Shape;502;p3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3" name="Google Shape;503;p3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504" name="Google Shape;504;p3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05" name="Google Shape;505;p3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6" name="Google Shape;506;p3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7" name="Google Shape;507;p3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08" name="Google Shape;508;p3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509" name="Shape 509"/>
        <p:cNvGrpSpPr/>
        <p:nvPr/>
      </p:nvGrpSpPr>
      <p:grpSpPr>
        <a:xfrm>
          <a:off x="0" y="0"/>
          <a:ext cx="0" cy="0"/>
          <a:chOff x="0" y="0"/>
          <a:chExt cx="0" cy="0"/>
        </a:xfrm>
      </p:grpSpPr>
      <p:sp>
        <p:nvSpPr>
          <p:cNvPr id="510" name="Google Shape;510;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1" name="Google Shape;511;p3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512" name="Shape 512"/>
        <p:cNvGrpSpPr/>
        <p:nvPr/>
      </p:nvGrpSpPr>
      <p:grpSpPr>
        <a:xfrm>
          <a:off x="0" y="0"/>
          <a:ext cx="0" cy="0"/>
          <a:chOff x="0" y="0"/>
          <a:chExt cx="0" cy="0"/>
        </a:xfrm>
      </p:grpSpPr>
      <p:sp>
        <p:nvSpPr>
          <p:cNvPr id="513" name="Google Shape;513;p39"/>
          <p:cNvSpPr txBox="1"/>
          <p:nvPr>
            <p:ph idx="1" type="body"/>
          </p:nvPr>
        </p:nvSpPr>
        <p:spPr>
          <a:xfrm>
            <a:off x="311700" y="4080225"/>
            <a:ext cx="4027500" cy="9261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14" name="Google Shape;514;p39"/>
          <p:cNvSpPr/>
          <p:nvPr>
            <p:ph idx="2" type="pic"/>
          </p:nvPr>
        </p:nvSpPr>
        <p:spPr>
          <a:xfrm>
            <a:off x="4804825" y="1133300"/>
            <a:ext cx="4027500" cy="2392800"/>
          </a:xfrm>
          <a:prstGeom prst="rect">
            <a:avLst/>
          </a:prstGeom>
          <a:noFill/>
          <a:ln>
            <a:noFill/>
          </a:ln>
        </p:spPr>
      </p:sp>
      <p:sp>
        <p:nvSpPr>
          <p:cNvPr id="515" name="Google Shape;515;p39"/>
          <p:cNvSpPr/>
          <p:nvPr>
            <p:ph idx="3" type="pic"/>
          </p:nvPr>
        </p:nvSpPr>
        <p:spPr>
          <a:xfrm>
            <a:off x="311725" y="1133300"/>
            <a:ext cx="4027500" cy="2392800"/>
          </a:xfrm>
          <a:prstGeom prst="rect">
            <a:avLst/>
          </a:prstGeom>
          <a:noFill/>
          <a:ln>
            <a:noFill/>
          </a:ln>
        </p:spPr>
      </p:sp>
      <p:sp>
        <p:nvSpPr>
          <p:cNvPr id="516" name="Google Shape;516;p3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17" name="Google Shape;51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18" name="Google Shape;518;p3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19" name="Google Shape;519;p3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520" name="Shape 520"/>
        <p:cNvGrpSpPr/>
        <p:nvPr/>
      </p:nvGrpSpPr>
      <p:grpSpPr>
        <a:xfrm>
          <a:off x="0" y="0"/>
          <a:ext cx="0" cy="0"/>
          <a:chOff x="0" y="0"/>
          <a:chExt cx="0" cy="0"/>
        </a:xfrm>
      </p:grpSpPr>
      <p:sp>
        <p:nvSpPr>
          <p:cNvPr id="521" name="Google Shape;521;p40"/>
          <p:cNvSpPr txBox="1"/>
          <p:nvPr>
            <p:ph idx="1" type="body"/>
          </p:nvPr>
        </p:nvSpPr>
        <p:spPr>
          <a:xfrm>
            <a:off x="311700" y="3911700"/>
            <a:ext cx="2627100" cy="1018500"/>
          </a:xfrm>
          <a:prstGeom prst="rect">
            <a:avLst/>
          </a:prstGeom>
        </p:spPr>
        <p:txBody>
          <a:bodyPr anchorCtr="0" anchor="t" bIns="91425" lIns="0" spcFirstLastPara="1" rIns="91425" wrap="square" tIns="0">
            <a:spAutoFit/>
          </a:bodyPr>
          <a:lstStyle>
            <a:lvl1pPr indent="-304800" lvl="0" marL="457200">
              <a:spcBef>
                <a:spcPts val="0"/>
              </a:spcBef>
              <a:spcAft>
                <a:spcPts val="0"/>
              </a:spcAft>
              <a:buSzPts val="1200"/>
              <a:buChar char="●"/>
              <a:defRPr sz="12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522" name="Google Shape;522;p40"/>
          <p:cNvSpPr/>
          <p:nvPr>
            <p:ph idx="2" type="pic"/>
          </p:nvPr>
        </p:nvSpPr>
        <p:spPr>
          <a:xfrm>
            <a:off x="6205225" y="1128325"/>
            <a:ext cx="2627100" cy="2273100"/>
          </a:xfrm>
          <a:prstGeom prst="rect">
            <a:avLst/>
          </a:prstGeom>
          <a:noFill/>
          <a:ln>
            <a:noFill/>
          </a:ln>
        </p:spPr>
      </p:sp>
      <p:sp>
        <p:nvSpPr>
          <p:cNvPr id="523" name="Google Shape;523;p40"/>
          <p:cNvSpPr/>
          <p:nvPr>
            <p:ph idx="3" type="pic"/>
          </p:nvPr>
        </p:nvSpPr>
        <p:spPr>
          <a:xfrm>
            <a:off x="311725" y="1128325"/>
            <a:ext cx="2627100" cy="2273100"/>
          </a:xfrm>
          <a:prstGeom prst="rect">
            <a:avLst/>
          </a:prstGeom>
          <a:noFill/>
          <a:ln>
            <a:noFill/>
          </a:ln>
        </p:spPr>
      </p:sp>
      <p:sp>
        <p:nvSpPr>
          <p:cNvPr id="524" name="Google Shape;524;p4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5" name="Google Shape;525;p40"/>
          <p:cNvSpPr/>
          <p:nvPr>
            <p:ph idx="5" type="pic"/>
          </p:nvPr>
        </p:nvSpPr>
        <p:spPr>
          <a:xfrm>
            <a:off x="3255250" y="1128325"/>
            <a:ext cx="2627100" cy="2273100"/>
          </a:xfrm>
          <a:prstGeom prst="rect">
            <a:avLst/>
          </a:prstGeom>
          <a:noFill/>
          <a:ln>
            <a:noFill/>
          </a:ln>
        </p:spPr>
      </p:sp>
      <p:sp>
        <p:nvSpPr>
          <p:cNvPr id="526" name="Google Shape;526;p4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7" name="Google Shape;527;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28" name="Google Shape;528;p4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29" name="Google Shape;529;p4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530" name="Google Shape;530;p4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531" name="Shape 531"/>
        <p:cNvGrpSpPr/>
        <p:nvPr/>
      </p:nvGrpSpPr>
      <p:grpSpPr>
        <a:xfrm>
          <a:off x="0" y="0"/>
          <a:ext cx="0" cy="0"/>
          <a:chOff x="0" y="0"/>
          <a:chExt cx="0" cy="0"/>
        </a:xfrm>
      </p:grpSpPr>
      <p:sp>
        <p:nvSpPr>
          <p:cNvPr id="532" name="Google Shape;532;p4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533" name="Shape 533"/>
        <p:cNvGrpSpPr/>
        <p:nvPr/>
      </p:nvGrpSpPr>
      <p:grpSpPr>
        <a:xfrm>
          <a:off x="0" y="0"/>
          <a:ext cx="0" cy="0"/>
          <a:chOff x="0" y="0"/>
          <a:chExt cx="0" cy="0"/>
        </a:xfrm>
      </p:grpSpPr>
      <p:sp>
        <p:nvSpPr>
          <p:cNvPr id="534" name="Google Shape;534;p42"/>
          <p:cNvSpPr/>
          <p:nvPr>
            <p:ph idx="2" type="pic"/>
          </p:nvPr>
        </p:nvSpPr>
        <p:spPr>
          <a:xfrm>
            <a:off x="3389600" y="118913"/>
            <a:ext cx="1643700" cy="1535100"/>
          </a:xfrm>
          <a:prstGeom prst="rect">
            <a:avLst/>
          </a:prstGeom>
          <a:noFill/>
          <a:ln>
            <a:noFill/>
          </a:ln>
        </p:spPr>
      </p:sp>
      <p:sp>
        <p:nvSpPr>
          <p:cNvPr id="535" name="Google Shape;535;p42"/>
          <p:cNvSpPr/>
          <p:nvPr>
            <p:ph idx="3" type="pic"/>
          </p:nvPr>
        </p:nvSpPr>
        <p:spPr>
          <a:xfrm>
            <a:off x="5195935" y="118913"/>
            <a:ext cx="1643700" cy="1535100"/>
          </a:xfrm>
          <a:prstGeom prst="rect">
            <a:avLst/>
          </a:prstGeom>
          <a:noFill/>
          <a:ln>
            <a:noFill/>
          </a:ln>
        </p:spPr>
      </p:sp>
      <p:sp>
        <p:nvSpPr>
          <p:cNvPr id="536" name="Google Shape;536;p42"/>
          <p:cNvSpPr/>
          <p:nvPr>
            <p:ph idx="4" type="pic"/>
          </p:nvPr>
        </p:nvSpPr>
        <p:spPr>
          <a:xfrm>
            <a:off x="7002270" y="118913"/>
            <a:ext cx="1643700" cy="1535100"/>
          </a:xfrm>
          <a:prstGeom prst="rect">
            <a:avLst/>
          </a:prstGeom>
          <a:noFill/>
          <a:ln>
            <a:noFill/>
          </a:ln>
        </p:spPr>
      </p:sp>
      <p:sp>
        <p:nvSpPr>
          <p:cNvPr id="537" name="Google Shape;537;p42"/>
          <p:cNvSpPr/>
          <p:nvPr>
            <p:ph idx="5" type="pic"/>
          </p:nvPr>
        </p:nvSpPr>
        <p:spPr>
          <a:xfrm>
            <a:off x="3389588" y="1804212"/>
            <a:ext cx="1643700" cy="1535100"/>
          </a:xfrm>
          <a:prstGeom prst="rect">
            <a:avLst/>
          </a:prstGeom>
          <a:noFill/>
          <a:ln>
            <a:noFill/>
          </a:ln>
        </p:spPr>
      </p:sp>
      <p:sp>
        <p:nvSpPr>
          <p:cNvPr id="538" name="Google Shape;538;p42"/>
          <p:cNvSpPr/>
          <p:nvPr>
            <p:ph idx="6" type="pic"/>
          </p:nvPr>
        </p:nvSpPr>
        <p:spPr>
          <a:xfrm>
            <a:off x="5195922" y="1804212"/>
            <a:ext cx="1643700" cy="1535100"/>
          </a:xfrm>
          <a:prstGeom prst="rect">
            <a:avLst/>
          </a:prstGeom>
          <a:noFill/>
          <a:ln>
            <a:noFill/>
          </a:ln>
        </p:spPr>
      </p:sp>
      <p:sp>
        <p:nvSpPr>
          <p:cNvPr id="539" name="Google Shape;539;p42"/>
          <p:cNvSpPr/>
          <p:nvPr>
            <p:ph idx="7" type="pic"/>
          </p:nvPr>
        </p:nvSpPr>
        <p:spPr>
          <a:xfrm>
            <a:off x="7002257" y="1804212"/>
            <a:ext cx="1643700" cy="1535100"/>
          </a:xfrm>
          <a:prstGeom prst="rect">
            <a:avLst/>
          </a:prstGeom>
          <a:noFill/>
          <a:ln>
            <a:noFill/>
          </a:ln>
        </p:spPr>
      </p:sp>
      <p:sp>
        <p:nvSpPr>
          <p:cNvPr id="540" name="Google Shape;540;p4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541" name="Google Shape;541;p42"/>
          <p:cNvSpPr/>
          <p:nvPr>
            <p:ph idx="8" type="pic"/>
          </p:nvPr>
        </p:nvSpPr>
        <p:spPr>
          <a:xfrm>
            <a:off x="3389588" y="3489487"/>
            <a:ext cx="1643700" cy="1535100"/>
          </a:xfrm>
          <a:prstGeom prst="rect">
            <a:avLst/>
          </a:prstGeom>
          <a:noFill/>
          <a:ln>
            <a:noFill/>
          </a:ln>
        </p:spPr>
      </p:sp>
      <p:sp>
        <p:nvSpPr>
          <p:cNvPr id="542" name="Google Shape;542;p42"/>
          <p:cNvSpPr/>
          <p:nvPr>
            <p:ph idx="9" type="pic"/>
          </p:nvPr>
        </p:nvSpPr>
        <p:spPr>
          <a:xfrm>
            <a:off x="5195922" y="3489487"/>
            <a:ext cx="1643700" cy="1535100"/>
          </a:xfrm>
          <a:prstGeom prst="rect">
            <a:avLst/>
          </a:prstGeom>
          <a:noFill/>
          <a:ln>
            <a:noFill/>
          </a:ln>
        </p:spPr>
      </p:sp>
      <p:sp>
        <p:nvSpPr>
          <p:cNvPr id="543" name="Google Shape;543;p4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theme" Target="../theme/theme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95400"/>
            <a:ext cx="5760600" cy="3016800"/>
          </a:xfrm>
          <a:prstGeom prst="rect">
            <a:avLst/>
          </a:prstGeom>
          <a:noFill/>
          <a:ln>
            <a:noFill/>
          </a:ln>
        </p:spPr>
        <p:txBody>
          <a:bodyPr anchorCtr="0" anchor="t" bIns="91425" lIns="0" spcFirstLastPara="1" rIns="91425" wrap="square" tIns="0">
            <a:spAutoFit/>
          </a:bodyPr>
          <a:lstStyle>
            <a:lvl1pPr indent="-292100" lvl="0" marL="457200">
              <a:lnSpc>
                <a:spcPct val="115000"/>
              </a:lnSpc>
              <a:spcBef>
                <a:spcPts val="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1pPr>
            <a:lvl2pPr indent="-292100" lvl="1" marL="914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2pPr>
            <a:lvl3pPr indent="-292100" lvl="2" marL="1371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3pPr>
            <a:lvl4pPr indent="-292100" lvl="3" marL="18288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4pPr>
            <a:lvl5pPr indent="-292100" lvl="4" marL="22860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5pPr>
            <a:lvl6pPr indent="-292100" lvl="5" marL="27432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6pPr>
            <a:lvl7pPr indent="-292100" lvl="6" marL="32004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7pPr>
            <a:lvl8pPr indent="-292100" lvl="7" marL="3657600">
              <a:lnSpc>
                <a:spcPct val="115000"/>
              </a:lnSpc>
              <a:spcBef>
                <a:spcPts val="800"/>
              </a:spcBef>
              <a:spcAft>
                <a:spcPts val="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8pPr>
            <a:lvl9pPr indent="-292100" lvl="8" marL="4114800">
              <a:lnSpc>
                <a:spcPct val="115000"/>
              </a:lnSpc>
              <a:spcBef>
                <a:spcPts val="800"/>
              </a:spcBef>
              <a:spcAft>
                <a:spcPts val="800"/>
              </a:spcAft>
              <a:buClr>
                <a:schemeClr val="lt1"/>
              </a:buClr>
              <a:buSzPts val="1000"/>
              <a:buFont typeface="Red Hat Display"/>
              <a:buChar char="■"/>
              <a:defRPr sz="1000">
                <a:solidFill>
                  <a:schemeClr val="lt1"/>
                </a:solidFill>
                <a:latin typeface="Red Hat Display"/>
                <a:ea typeface="Red Hat Display"/>
                <a:cs typeface="Red Hat Display"/>
                <a:sym typeface="Red Hat Display"/>
              </a:defRPr>
            </a:lvl9pPr>
          </a:lstStyle>
          <a:p/>
        </p:txBody>
      </p:sp>
      <p:sp>
        <p:nvSpPr>
          <p:cNvPr id="7" name="Google Shape;7;p1"/>
          <p:cNvSpPr txBox="1"/>
          <p:nvPr>
            <p:ph type="title"/>
          </p:nvPr>
        </p:nvSpPr>
        <p:spPr>
          <a:xfrm>
            <a:off x="188850" y="312400"/>
            <a:ext cx="4469700" cy="449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1pPr>
            <a:lvl2pPr lvl="1">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2pPr>
            <a:lvl3pPr lvl="2">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3pPr>
            <a:lvl4pPr lvl="3">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4pPr>
            <a:lvl5pPr lvl="4">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5pPr>
            <a:lvl6pPr lvl="5">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6pPr>
            <a:lvl7pPr lvl="6">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7pPr>
            <a:lvl8pPr lvl="7">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8pPr>
            <a:lvl9pPr lvl="8">
              <a:spcBef>
                <a:spcPts val="0"/>
              </a:spcBef>
              <a:spcAft>
                <a:spcPts val="0"/>
              </a:spcAft>
              <a:buClr>
                <a:schemeClr val="dk2"/>
              </a:buClr>
              <a:buSzPts val="2400"/>
              <a:buFont typeface="Red Hat Display"/>
              <a:buNone/>
              <a:defRPr sz="2400">
                <a:solidFill>
                  <a:schemeClr val="dk2"/>
                </a:solidFill>
                <a:latin typeface="Red Hat Display"/>
                <a:ea typeface="Red Hat Display"/>
                <a:cs typeface="Red Hat Display"/>
                <a:sym typeface="Red Hat Display"/>
              </a:defRPr>
            </a:lvl9pPr>
          </a:lstStyle>
          <a:p/>
        </p:txBody>
      </p:sp>
      <p:sp>
        <p:nvSpPr>
          <p:cNvPr id="8" name="Google Shape;8;p1"/>
          <p:cNvSpPr txBox="1"/>
          <p:nvPr>
            <p:ph idx="2" type="body"/>
          </p:nvPr>
        </p:nvSpPr>
        <p:spPr>
          <a:xfrm>
            <a:off x="4523800" y="1983025"/>
            <a:ext cx="4043400" cy="2478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1pPr>
            <a:lvl2pPr indent="-285750" lvl="1" marL="914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2pPr>
            <a:lvl3pPr indent="-285750" lvl="2" marL="1371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3pPr>
            <a:lvl4pPr indent="-285750" lvl="3" marL="1828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4pPr>
            <a:lvl5pPr indent="-285750" lvl="4" marL="22860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5pPr>
            <a:lvl6pPr indent="-285750" lvl="5" marL="27432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6pPr>
            <a:lvl7pPr indent="-285750" lvl="6" marL="32004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7pPr>
            <a:lvl8pPr indent="-285750" lvl="7" marL="36576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8pPr>
            <a:lvl9pPr indent="-285750" lvl="8" marL="4114800">
              <a:spcBef>
                <a:spcPts val="0"/>
              </a:spcBef>
              <a:spcAft>
                <a:spcPts val="0"/>
              </a:spcAft>
              <a:buClr>
                <a:schemeClr val="lt1"/>
              </a:buClr>
              <a:buSzPts val="900"/>
              <a:buFont typeface="Red Hat Display"/>
              <a:buChar char="■"/>
              <a:defRPr sz="900">
                <a:solidFill>
                  <a:schemeClr val="lt1"/>
                </a:solidFill>
                <a:latin typeface="Red Hat Display"/>
                <a:ea typeface="Red Hat Display"/>
                <a:cs typeface="Red Hat Display"/>
                <a:sym typeface="Red Hat Display"/>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23.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3"/>
          <p:cNvSpPr txBox="1"/>
          <p:nvPr>
            <p:ph type="title"/>
          </p:nvPr>
        </p:nvSpPr>
        <p:spPr>
          <a:xfrm>
            <a:off x="182850" y="1992203"/>
            <a:ext cx="5760900" cy="3073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4900"/>
              <a:t>Predicting Uber Ride Cancellations via Machine Learning</a:t>
            </a:r>
            <a:endParaRPr sz="4900">
              <a:solidFill>
                <a:schemeClr val="dk2"/>
              </a:solidFill>
            </a:endParaRPr>
          </a:p>
        </p:txBody>
      </p:sp>
      <p:sp>
        <p:nvSpPr>
          <p:cNvPr id="549" name="Google Shape;549;p43"/>
          <p:cNvSpPr txBox="1"/>
          <p:nvPr>
            <p:ph type="title"/>
          </p:nvPr>
        </p:nvSpPr>
        <p:spPr>
          <a:xfrm>
            <a:off x="182850" y="228600"/>
            <a:ext cx="3381900" cy="5649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1600">
                <a:solidFill>
                  <a:schemeClr val="dk2"/>
                </a:solidFill>
              </a:rPr>
              <a:t>Biki Nath Newa</a:t>
            </a:r>
            <a:endParaRPr sz="1600">
              <a:solidFill>
                <a:schemeClr val="dk2"/>
              </a:solidFill>
            </a:endParaRPr>
          </a:p>
          <a:p>
            <a:pPr indent="0" lvl="0" marL="0" rtl="0" algn="l">
              <a:spcBef>
                <a:spcPts val="0"/>
              </a:spcBef>
              <a:spcAft>
                <a:spcPts val="0"/>
              </a:spcAft>
              <a:buNone/>
            </a:pPr>
            <a:r>
              <a:rPr lang="en" sz="1600">
                <a:solidFill>
                  <a:schemeClr val="dk2"/>
                </a:solidFill>
              </a:rPr>
              <a:t>Hein Min Htet</a:t>
            </a:r>
            <a:endParaRPr sz="16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44"/>
          <p:cNvSpPr/>
          <p:nvPr/>
        </p:nvSpPr>
        <p:spPr>
          <a:xfrm>
            <a:off x="5579704" y="208946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55" name="Google Shape;555;p44"/>
          <p:cNvSpPr/>
          <p:nvPr/>
        </p:nvSpPr>
        <p:spPr>
          <a:xfrm>
            <a:off x="5579704" y="260843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56" name="Google Shape;556;p44"/>
          <p:cNvSpPr/>
          <p:nvPr/>
        </p:nvSpPr>
        <p:spPr>
          <a:xfrm>
            <a:off x="5579704" y="3127414"/>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57" name="Google Shape;557;p44"/>
          <p:cNvSpPr/>
          <p:nvPr/>
        </p:nvSpPr>
        <p:spPr>
          <a:xfrm>
            <a:off x="5579704" y="364638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58" name="Google Shape;558;p44"/>
          <p:cNvSpPr txBox="1"/>
          <p:nvPr>
            <p:ph idx="1" type="subTitle"/>
          </p:nvPr>
        </p:nvSpPr>
        <p:spPr>
          <a:xfrm>
            <a:off x="5828435" y="2090000"/>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Project Recap </a:t>
            </a:r>
            <a:endParaRPr/>
          </a:p>
        </p:txBody>
      </p:sp>
      <p:sp>
        <p:nvSpPr>
          <p:cNvPr id="559" name="Google Shape;559;p44"/>
          <p:cNvSpPr txBox="1"/>
          <p:nvPr>
            <p:ph type="title"/>
          </p:nvPr>
        </p:nvSpPr>
        <p:spPr>
          <a:xfrm>
            <a:off x="1509751" y="1195075"/>
            <a:ext cx="3205200" cy="12930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Presentation</a:t>
            </a:r>
            <a:endParaRPr/>
          </a:p>
          <a:p>
            <a:pPr indent="0" lvl="0" marL="0" rtl="0" algn="l">
              <a:spcBef>
                <a:spcPts val="0"/>
              </a:spcBef>
              <a:spcAft>
                <a:spcPts val="0"/>
              </a:spcAft>
              <a:buNone/>
            </a:pPr>
            <a:r>
              <a:rPr lang="en">
                <a:solidFill>
                  <a:schemeClr val="dk2"/>
                </a:solidFill>
              </a:rPr>
              <a:t>overview</a:t>
            </a:r>
            <a:endParaRPr>
              <a:solidFill>
                <a:schemeClr val="dk2"/>
              </a:solidFill>
            </a:endParaRPr>
          </a:p>
        </p:txBody>
      </p:sp>
      <p:sp>
        <p:nvSpPr>
          <p:cNvPr id="560" name="Google Shape;560;p44"/>
          <p:cNvSpPr txBox="1"/>
          <p:nvPr>
            <p:ph idx="2" type="subTitle"/>
          </p:nvPr>
        </p:nvSpPr>
        <p:spPr>
          <a:xfrm>
            <a:off x="5828425" y="2609000"/>
            <a:ext cx="2846700" cy="301500"/>
          </a:xfrm>
          <a:prstGeom prst="rect">
            <a:avLst/>
          </a:prstGeom>
        </p:spPr>
        <p:txBody>
          <a:bodyPr anchorCtr="0" anchor="b" bIns="91425" lIns="0" spcFirstLastPara="1" rIns="91425" wrap="square" tIns="91425">
            <a:noAutofit/>
          </a:bodyPr>
          <a:lstStyle/>
          <a:p>
            <a:pPr indent="0" lvl="0" marL="0" rtl="0" algn="l">
              <a:lnSpc>
                <a:spcPct val="90000"/>
              </a:lnSpc>
              <a:spcBef>
                <a:spcPts val="0"/>
              </a:spcBef>
              <a:spcAft>
                <a:spcPts val="0"/>
              </a:spcAft>
              <a:buNone/>
            </a:pPr>
            <a:r>
              <a:rPr lang="en"/>
              <a:t>Final Model Performance Results</a:t>
            </a:r>
            <a:endParaRPr/>
          </a:p>
        </p:txBody>
      </p:sp>
      <p:sp>
        <p:nvSpPr>
          <p:cNvPr id="561" name="Google Shape;561;p44"/>
          <p:cNvSpPr txBox="1"/>
          <p:nvPr>
            <p:ph idx="3" type="subTitle"/>
          </p:nvPr>
        </p:nvSpPr>
        <p:spPr>
          <a:xfrm>
            <a:off x="5741110" y="3127950"/>
            <a:ext cx="2846700" cy="30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Comparison With Other’s Work</a:t>
            </a:r>
            <a:endParaRPr/>
          </a:p>
        </p:txBody>
      </p:sp>
      <p:sp>
        <p:nvSpPr>
          <p:cNvPr id="562" name="Google Shape;562;p44"/>
          <p:cNvSpPr txBox="1"/>
          <p:nvPr>
            <p:ph idx="4" type="subTitle"/>
          </p:nvPr>
        </p:nvSpPr>
        <p:spPr>
          <a:xfrm>
            <a:off x="5828435" y="364692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Discussion</a:t>
            </a:r>
            <a:endParaRPr/>
          </a:p>
        </p:txBody>
      </p:sp>
      <p:sp>
        <p:nvSpPr>
          <p:cNvPr id="563" name="Google Shape;563;p44"/>
          <p:cNvSpPr/>
          <p:nvPr/>
        </p:nvSpPr>
        <p:spPr>
          <a:xfrm>
            <a:off x="5579704" y="4039139"/>
            <a:ext cx="161400" cy="1758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64" name="Google Shape;564;p44"/>
          <p:cNvSpPr txBox="1"/>
          <p:nvPr>
            <p:ph idx="4" type="subTitle"/>
          </p:nvPr>
        </p:nvSpPr>
        <p:spPr>
          <a:xfrm>
            <a:off x="5828435" y="4039675"/>
            <a:ext cx="2846700" cy="301500"/>
          </a:xfrm>
          <a:prstGeom prst="rect">
            <a:avLst/>
          </a:prstGeom>
        </p:spPr>
        <p:txBody>
          <a:bodyPr anchorCtr="0" anchor="b" bIns="91425" lIns="0" spcFirstLastPara="1" rIns="91425" wrap="square" tIns="91425">
            <a:noAutofit/>
          </a:bodyPr>
          <a:lstStyle/>
          <a:p>
            <a:pPr indent="0" lvl="0" marL="0" rtl="0" algn="l">
              <a:spcBef>
                <a:spcPts val="0"/>
              </a:spcBef>
              <a:spcAft>
                <a:spcPts val="0"/>
              </a:spcAft>
              <a:buNone/>
            </a:pPr>
            <a:r>
              <a:rPr lang="en"/>
              <a:t>Conclusion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5"/>
          <p:cNvSpPr txBox="1"/>
          <p:nvPr>
            <p:ph type="title"/>
          </p:nvPr>
        </p:nvSpPr>
        <p:spPr>
          <a:xfrm>
            <a:off x="3938500" y="2200875"/>
            <a:ext cx="36549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Project Recap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cxnSp>
        <p:nvCxnSpPr>
          <p:cNvPr id="574" name="Google Shape;574;p46"/>
          <p:cNvCxnSpPr/>
          <p:nvPr/>
        </p:nvCxnSpPr>
        <p:spPr>
          <a:xfrm>
            <a:off x="324300" y="2159850"/>
            <a:ext cx="8589300" cy="0"/>
          </a:xfrm>
          <a:prstGeom prst="straightConnector1">
            <a:avLst/>
          </a:prstGeom>
          <a:noFill/>
          <a:ln cap="flat" cmpd="sng" w="9525">
            <a:solidFill>
              <a:schemeClr val="accent6"/>
            </a:solidFill>
            <a:prstDash val="solid"/>
            <a:round/>
            <a:headEnd len="med" w="med" type="none"/>
            <a:tailEnd len="med" w="med" type="triangle"/>
          </a:ln>
        </p:spPr>
      </p:cxnSp>
      <p:sp>
        <p:nvSpPr>
          <p:cNvPr id="575" name="Google Shape;575;p46"/>
          <p:cNvSpPr txBox="1"/>
          <p:nvPr/>
        </p:nvSpPr>
        <p:spPr>
          <a:xfrm>
            <a:off x="1172350" y="2853389"/>
            <a:ext cx="1508700" cy="569400"/>
          </a:xfrm>
          <a:prstGeom prst="rect">
            <a:avLst/>
          </a:prstGeom>
          <a:noFill/>
          <a:ln>
            <a:noFill/>
          </a:ln>
        </p:spPr>
        <p:txBody>
          <a:bodyPr anchorCtr="0" anchor="t" bIns="91425" lIns="0" spcFirstLastPara="1" rIns="91425" wrap="square" tIns="91425">
            <a:spAutoFit/>
          </a:bodyPr>
          <a:lstStyle/>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Users may switch to competitors.</a:t>
            </a:r>
            <a:endParaRPr sz="800">
              <a:solidFill>
                <a:schemeClr val="lt1"/>
              </a:solidFill>
              <a:latin typeface="Red Hat Display"/>
              <a:ea typeface="Red Hat Display"/>
              <a:cs typeface="Red Hat Display"/>
              <a:sym typeface="Red Hat Display"/>
            </a:endParaRPr>
          </a:p>
        </p:txBody>
      </p:sp>
      <p:sp>
        <p:nvSpPr>
          <p:cNvPr id="576" name="Google Shape;576;p46"/>
          <p:cNvSpPr txBox="1"/>
          <p:nvPr/>
        </p:nvSpPr>
        <p:spPr>
          <a:xfrm>
            <a:off x="1176050" y="2470239"/>
            <a:ext cx="15087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Reduced Platform Trust </a:t>
            </a:r>
            <a:endParaRPr sz="1000">
              <a:solidFill>
                <a:schemeClr val="dk2"/>
              </a:solidFill>
              <a:latin typeface="Red Hat Display SemiBold"/>
              <a:ea typeface="Red Hat Display SemiBold"/>
              <a:cs typeface="Red Hat Display SemiBold"/>
              <a:sym typeface="Red Hat Display SemiBold"/>
            </a:endParaRPr>
          </a:p>
        </p:txBody>
      </p:sp>
      <p:sp>
        <p:nvSpPr>
          <p:cNvPr id="577" name="Google Shape;577;p46"/>
          <p:cNvSpPr txBox="1"/>
          <p:nvPr/>
        </p:nvSpPr>
        <p:spPr>
          <a:xfrm>
            <a:off x="2969649" y="2470239"/>
            <a:ext cx="1508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Inefficient Driver Allocation</a:t>
            </a:r>
            <a:endParaRPr sz="1000">
              <a:solidFill>
                <a:schemeClr val="dk2"/>
              </a:solidFill>
              <a:latin typeface="Red Hat Display SemiBold"/>
              <a:ea typeface="Red Hat Display SemiBold"/>
              <a:cs typeface="Red Hat Display SemiBold"/>
              <a:sym typeface="Red Hat Display SemiBold"/>
            </a:endParaRPr>
          </a:p>
        </p:txBody>
      </p:sp>
      <p:sp>
        <p:nvSpPr>
          <p:cNvPr id="578" name="Google Shape;578;p46"/>
          <p:cNvSpPr txBox="1"/>
          <p:nvPr/>
        </p:nvSpPr>
        <p:spPr>
          <a:xfrm>
            <a:off x="2966874" y="2853389"/>
            <a:ext cx="1508700" cy="569400"/>
          </a:xfrm>
          <a:prstGeom prst="rect">
            <a:avLst/>
          </a:prstGeom>
          <a:noFill/>
          <a:ln>
            <a:noFill/>
          </a:ln>
        </p:spPr>
        <p:txBody>
          <a:bodyPr anchorCtr="0" anchor="t" bIns="91425" lIns="0" spcFirstLastPara="1" rIns="91425" wrap="square" tIns="91425">
            <a:spAutoFit/>
          </a:bodyPr>
          <a:lstStyle/>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Drivers waste time and fuel on cancelled rides. </a:t>
            </a:r>
            <a:endParaRPr b="1" sz="800">
              <a:solidFill>
                <a:schemeClr val="lt1"/>
              </a:solidFill>
              <a:latin typeface="Red Hat Display"/>
              <a:ea typeface="Red Hat Display"/>
              <a:cs typeface="Red Hat Display"/>
              <a:sym typeface="Red Hat Display"/>
            </a:endParaRPr>
          </a:p>
        </p:txBody>
      </p:sp>
      <p:sp>
        <p:nvSpPr>
          <p:cNvPr id="579" name="Google Shape;579;p46"/>
          <p:cNvSpPr txBox="1"/>
          <p:nvPr/>
        </p:nvSpPr>
        <p:spPr>
          <a:xfrm>
            <a:off x="4763249" y="2470239"/>
            <a:ext cx="15087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Hidden Costs</a:t>
            </a:r>
            <a:endParaRPr sz="1000">
              <a:solidFill>
                <a:schemeClr val="dk2"/>
              </a:solidFill>
              <a:latin typeface="Red Hat Display SemiBold"/>
              <a:ea typeface="Red Hat Display SemiBold"/>
              <a:cs typeface="Red Hat Display SemiBold"/>
              <a:sym typeface="Red Hat Display SemiBold"/>
            </a:endParaRPr>
          </a:p>
        </p:txBody>
      </p:sp>
      <p:sp>
        <p:nvSpPr>
          <p:cNvPr id="580" name="Google Shape;580;p46"/>
          <p:cNvSpPr txBox="1"/>
          <p:nvPr/>
        </p:nvSpPr>
        <p:spPr>
          <a:xfrm>
            <a:off x="4761399" y="2853389"/>
            <a:ext cx="1508700" cy="800400"/>
          </a:xfrm>
          <a:prstGeom prst="rect">
            <a:avLst/>
          </a:prstGeom>
          <a:noFill/>
          <a:ln>
            <a:noFill/>
          </a:ln>
        </p:spPr>
        <p:txBody>
          <a:bodyPr anchorCtr="0" anchor="t" bIns="91425" lIns="0" spcFirstLastPara="1" rIns="91425" wrap="square" tIns="91425">
            <a:spAutoFit/>
          </a:bodyPr>
          <a:lstStyle/>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Extra burden on servers, computing, and energy. </a:t>
            </a:r>
            <a:endParaRPr sz="800">
              <a:solidFill>
                <a:schemeClr val="lt1"/>
              </a:solidFill>
              <a:latin typeface="Red Hat Display"/>
              <a:ea typeface="Red Hat Display"/>
              <a:cs typeface="Red Hat Display"/>
              <a:sym typeface="Red Hat Display"/>
            </a:endParaRPr>
          </a:p>
        </p:txBody>
      </p:sp>
      <p:sp>
        <p:nvSpPr>
          <p:cNvPr id="581" name="Google Shape;581;p46"/>
          <p:cNvSpPr txBox="1"/>
          <p:nvPr/>
        </p:nvSpPr>
        <p:spPr>
          <a:xfrm>
            <a:off x="6556848" y="2470239"/>
            <a:ext cx="1508700" cy="3387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 sz="1000">
                <a:solidFill>
                  <a:schemeClr val="dk2"/>
                </a:solidFill>
                <a:latin typeface="Red Hat Display SemiBold"/>
                <a:ea typeface="Red Hat Display SemiBold"/>
                <a:cs typeface="Red Hat Display SemiBold"/>
                <a:sym typeface="Red Hat Display SemiBold"/>
              </a:rPr>
              <a:t>Overall Risk</a:t>
            </a:r>
            <a:endParaRPr sz="1000">
              <a:solidFill>
                <a:schemeClr val="dk2"/>
              </a:solidFill>
              <a:latin typeface="Red Hat Display SemiBold"/>
              <a:ea typeface="Red Hat Display SemiBold"/>
              <a:cs typeface="Red Hat Display SemiBold"/>
              <a:sym typeface="Red Hat Display SemiBold"/>
            </a:endParaRPr>
          </a:p>
        </p:txBody>
      </p:sp>
      <p:sp>
        <p:nvSpPr>
          <p:cNvPr id="582" name="Google Shape;582;p46"/>
          <p:cNvSpPr txBox="1"/>
          <p:nvPr/>
        </p:nvSpPr>
        <p:spPr>
          <a:xfrm>
            <a:off x="6555923" y="2853389"/>
            <a:ext cx="1508700" cy="800400"/>
          </a:xfrm>
          <a:prstGeom prst="rect">
            <a:avLst/>
          </a:prstGeom>
          <a:noFill/>
          <a:ln>
            <a:noFill/>
          </a:ln>
        </p:spPr>
        <p:txBody>
          <a:bodyPr anchorCtr="0" anchor="t" bIns="91425" lIns="0" spcFirstLastPara="1" rIns="91425" wrap="square" tIns="91425">
            <a:spAutoFit/>
          </a:bodyPr>
          <a:lstStyle/>
          <a:p>
            <a:pPr indent="0" lvl="0" marL="0" rtl="0" algn="l">
              <a:lnSpc>
                <a:spcPct val="150000"/>
              </a:lnSpc>
              <a:spcBef>
                <a:spcPts val="0"/>
              </a:spcBef>
              <a:spcAft>
                <a:spcPts val="0"/>
              </a:spcAft>
              <a:buNone/>
            </a:pPr>
            <a:r>
              <a:rPr b="1" lang="en" sz="1000">
                <a:solidFill>
                  <a:schemeClr val="lt1"/>
                </a:solidFill>
                <a:latin typeface="Red Hat Display"/>
                <a:ea typeface="Red Hat Display"/>
                <a:cs typeface="Red Hat Display"/>
                <a:sym typeface="Red Hat Display"/>
              </a:rPr>
              <a:t>Weakens long-term customer loyalty and business growth.</a:t>
            </a:r>
            <a:endParaRPr sz="800">
              <a:solidFill>
                <a:schemeClr val="lt1"/>
              </a:solidFill>
              <a:latin typeface="Red Hat Display"/>
              <a:ea typeface="Red Hat Display"/>
              <a:cs typeface="Red Hat Display"/>
              <a:sym typeface="Red Hat Display"/>
            </a:endParaRPr>
          </a:p>
        </p:txBody>
      </p:sp>
      <p:sp>
        <p:nvSpPr>
          <p:cNvPr id="583" name="Google Shape;583;p46"/>
          <p:cNvSpPr/>
          <p:nvPr/>
        </p:nvSpPr>
        <p:spPr>
          <a:xfrm>
            <a:off x="1172348" y="202154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84" name="Google Shape;584;p46"/>
          <p:cNvSpPr/>
          <p:nvPr/>
        </p:nvSpPr>
        <p:spPr>
          <a:xfrm>
            <a:off x="2966873" y="202154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85" name="Google Shape;585;p46"/>
          <p:cNvSpPr/>
          <p:nvPr/>
        </p:nvSpPr>
        <p:spPr>
          <a:xfrm>
            <a:off x="4761398" y="202154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86" name="Google Shape;586;p46"/>
          <p:cNvSpPr/>
          <p:nvPr/>
        </p:nvSpPr>
        <p:spPr>
          <a:xfrm>
            <a:off x="6555923" y="2021548"/>
            <a:ext cx="253800" cy="276600"/>
          </a:xfrm>
          <a:prstGeom prst="snip2DiagRect">
            <a:avLst>
              <a:gd fmla="val 0" name="adj1"/>
              <a:gd fmla="val 50000" name="adj2"/>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ed Hat Display"/>
              <a:ea typeface="Red Hat Display"/>
              <a:cs typeface="Red Hat Display"/>
              <a:sym typeface="Red Hat Display"/>
            </a:endParaRPr>
          </a:p>
        </p:txBody>
      </p:sp>
      <p:sp>
        <p:nvSpPr>
          <p:cNvPr id="587" name="Google Shape;587;p46"/>
          <p:cNvSpPr txBox="1"/>
          <p:nvPr>
            <p:ph type="title"/>
          </p:nvPr>
        </p:nvSpPr>
        <p:spPr>
          <a:xfrm>
            <a:off x="228600" y="420017"/>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Possible Impact</a:t>
            </a:r>
            <a:endParaRPr/>
          </a:p>
        </p:txBody>
      </p:sp>
      <p:sp>
        <p:nvSpPr>
          <p:cNvPr id="588" name="Google Shape;588;p46"/>
          <p:cNvSpPr txBox="1"/>
          <p:nvPr/>
        </p:nvSpPr>
        <p:spPr>
          <a:xfrm>
            <a:off x="1031050" y="4397475"/>
            <a:ext cx="1791300" cy="32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Red Hat Display"/>
                <a:ea typeface="Red Hat Display"/>
                <a:cs typeface="Red Hat Display"/>
                <a:sym typeface="Red Hat Display"/>
              </a:rPr>
              <a:t>Business View :</a:t>
            </a:r>
            <a:endParaRPr sz="1200">
              <a:solidFill>
                <a:schemeClr val="lt1"/>
              </a:solidFill>
              <a:latin typeface="Red Hat Display"/>
              <a:ea typeface="Red Hat Display"/>
              <a:cs typeface="Red Hat Display"/>
              <a:sym typeface="Red Hat Display"/>
            </a:endParaRPr>
          </a:p>
        </p:txBody>
      </p:sp>
      <p:sp>
        <p:nvSpPr>
          <p:cNvPr id="589" name="Google Shape;589;p46"/>
          <p:cNvSpPr txBox="1"/>
          <p:nvPr/>
        </p:nvSpPr>
        <p:spPr>
          <a:xfrm>
            <a:off x="2254275" y="4314525"/>
            <a:ext cx="4998000" cy="49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FFF00"/>
                </a:solidFill>
                <a:latin typeface="Red Hat Display"/>
                <a:ea typeface="Red Hat Display"/>
                <a:cs typeface="Red Hat Display"/>
                <a:sym typeface="Red Hat Display"/>
              </a:rPr>
              <a:t>Cancellations not only affect revenue but also raise operational costs,</a:t>
            </a:r>
            <a:r>
              <a:rPr lang="en" sz="1200">
                <a:solidFill>
                  <a:schemeClr val="lt1"/>
                </a:solidFill>
                <a:latin typeface="Red Hat Display"/>
                <a:ea typeface="Red Hat Display"/>
                <a:cs typeface="Red Hat Display"/>
                <a:sym typeface="Red Hat Display"/>
              </a:rPr>
              <a:t> lower platform credibility, and increase customer churn.</a:t>
            </a:r>
            <a:endParaRPr sz="1200">
              <a:solidFill>
                <a:schemeClr val="lt1"/>
              </a:solidFill>
              <a:latin typeface="Red Hat Display"/>
              <a:ea typeface="Red Hat Display"/>
              <a:cs typeface="Red Hat Display"/>
              <a:sym typeface="Red Hat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7"/>
          <p:cNvSpPr txBox="1"/>
          <p:nvPr>
            <p:ph type="title"/>
          </p:nvPr>
        </p:nvSpPr>
        <p:spPr>
          <a:xfrm>
            <a:off x="181650" y="399200"/>
            <a:ext cx="4296300" cy="7389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Dataset of Uber Ride Analytics Dashboard</a:t>
            </a:r>
            <a:endParaRPr/>
          </a:p>
        </p:txBody>
      </p:sp>
      <p:pic>
        <p:nvPicPr>
          <p:cNvPr id="595" name="Google Shape;595;p47" title="Screenshot 2025-11-30 230729.png"/>
          <p:cNvPicPr preferRelativeResize="0"/>
          <p:nvPr>
            <p:ph idx="2" type="pic"/>
          </p:nvPr>
        </p:nvPicPr>
        <p:blipFill rotWithShape="1">
          <a:blip r:embed="rId3">
            <a:alphaModFix/>
          </a:blip>
          <a:srcRect b="1361" l="0" r="0" t="1361"/>
          <a:stretch/>
        </p:blipFill>
        <p:spPr>
          <a:xfrm>
            <a:off x="1565250" y="1543177"/>
            <a:ext cx="2996102" cy="3206273"/>
          </a:xfrm>
          <a:prstGeom prst="rect">
            <a:avLst/>
          </a:prstGeom>
        </p:spPr>
      </p:pic>
      <p:sp>
        <p:nvSpPr>
          <p:cNvPr id="596" name="Google Shape;596;p47"/>
          <p:cNvSpPr txBox="1"/>
          <p:nvPr>
            <p:ph idx="1" type="subTitle"/>
          </p:nvPr>
        </p:nvSpPr>
        <p:spPr>
          <a:xfrm>
            <a:off x="5606004" y="1402848"/>
            <a:ext cx="1636500" cy="30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Features</a:t>
            </a:r>
            <a:endParaRPr/>
          </a:p>
        </p:txBody>
      </p:sp>
      <p:sp>
        <p:nvSpPr>
          <p:cNvPr id="597" name="Google Shape;597;p47"/>
          <p:cNvSpPr txBox="1"/>
          <p:nvPr>
            <p:ph idx="1" type="subTitle"/>
          </p:nvPr>
        </p:nvSpPr>
        <p:spPr>
          <a:xfrm>
            <a:off x="5606000" y="1867263"/>
            <a:ext cx="2930700" cy="3022500"/>
          </a:xfrm>
          <a:prstGeom prst="rect">
            <a:avLst/>
          </a:prstGeom>
        </p:spPr>
        <p:txBody>
          <a:bodyPr anchorCtr="0" anchor="b" bIns="0" lIns="0" spcFirstLastPara="1" rIns="91425" wrap="square" tIns="91425">
            <a:noAutofit/>
          </a:bodyPr>
          <a:lstStyle/>
          <a:p>
            <a:pPr indent="0" lvl="0" marL="0" rtl="0" algn="l">
              <a:lnSpc>
                <a:spcPct val="115000"/>
              </a:lnSpc>
              <a:spcBef>
                <a:spcPts val="0"/>
              </a:spcBef>
              <a:spcAft>
                <a:spcPts val="0"/>
              </a:spcAft>
              <a:buNone/>
            </a:pPr>
            <a:r>
              <a:rPr lang="en">
                <a:solidFill>
                  <a:schemeClr val="lt1"/>
                </a:solidFill>
              </a:rPr>
              <a:t>The dataset contains the following features:</a:t>
            </a:r>
            <a:endParaRPr>
              <a:solidFill>
                <a:schemeClr val="lt1"/>
              </a:solidFill>
            </a:endParaRPr>
          </a:p>
          <a:p>
            <a:pPr indent="0" lvl="0" marL="0" rtl="0" algn="l">
              <a:lnSpc>
                <a:spcPct val="115000"/>
              </a:lnSpc>
              <a:spcBef>
                <a:spcPts val="0"/>
              </a:spcBef>
              <a:spcAft>
                <a:spcPts val="0"/>
              </a:spcAft>
              <a:buNone/>
            </a:pPr>
            <a:r>
              <a:rPr lang="en">
                <a:solidFill>
                  <a:schemeClr val="lt1"/>
                </a:solidFill>
              </a:rPr>
              <a:t> • Date and Time of Booking </a:t>
            </a:r>
            <a:endParaRPr>
              <a:solidFill>
                <a:schemeClr val="lt1"/>
              </a:solidFill>
            </a:endParaRPr>
          </a:p>
          <a:p>
            <a:pPr indent="0" lvl="0" marL="0" rtl="0" algn="l">
              <a:lnSpc>
                <a:spcPct val="115000"/>
              </a:lnSpc>
              <a:spcBef>
                <a:spcPts val="0"/>
              </a:spcBef>
              <a:spcAft>
                <a:spcPts val="0"/>
              </a:spcAft>
              <a:buNone/>
            </a:pPr>
            <a:r>
              <a:rPr lang="en">
                <a:solidFill>
                  <a:schemeClr val="lt1"/>
                </a:solidFill>
              </a:rPr>
              <a:t>• Booking ID, Customer ID</a:t>
            </a:r>
            <a:endParaRPr>
              <a:solidFill>
                <a:schemeClr val="lt1"/>
              </a:solidFill>
            </a:endParaRPr>
          </a:p>
          <a:p>
            <a:pPr indent="0" lvl="0" marL="0" rtl="0" algn="l">
              <a:lnSpc>
                <a:spcPct val="115000"/>
              </a:lnSpc>
              <a:spcBef>
                <a:spcPts val="0"/>
              </a:spcBef>
              <a:spcAft>
                <a:spcPts val="0"/>
              </a:spcAft>
              <a:buNone/>
            </a:pPr>
            <a:r>
              <a:rPr lang="en">
                <a:solidFill>
                  <a:schemeClr val="lt1"/>
                </a:solidFill>
              </a:rPr>
              <a:t> • Booking Status (Completed, Incomplete, Cancelled By Driver, Cancelled by Customer) </a:t>
            </a:r>
            <a:endParaRPr>
              <a:solidFill>
                <a:schemeClr val="lt1"/>
              </a:solidFill>
            </a:endParaRPr>
          </a:p>
          <a:p>
            <a:pPr indent="0" lvl="0" marL="0" rtl="0" algn="l">
              <a:lnSpc>
                <a:spcPct val="115000"/>
              </a:lnSpc>
              <a:spcBef>
                <a:spcPts val="0"/>
              </a:spcBef>
              <a:spcAft>
                <a:spcPts val="0"/>
              </a:spcAft>
              <a:buNone/>
            </a:pPr>
            <a:r>
              <a:rPr lang="en">
                <a:solidFill>
                  <a:schemeClr val="lt1"/>
                </a:solidFill>
              </a:rPr>
              <a:t>• Vehicle Type</a:t>
            </a:r>
            <a:endParaRPr>
              <a:solidFill>
                <a:schemeClr val="lt1"/>
              </a:solidFill>
            </a:endParaRPr>
          </a:p>
          <a:p>
            <a:pPr indent="0" lvl="0" marL="0" rtl="0" algn="l">
              <a:lnSpc>
                <a:spcPct val="115000"/>
              </a:lnSpc>
              <a:spcBef>
                <a:spcPts val="0"/>
              </a:spcBef>
              <a:spcAft>
                <a:spcPts val="0"/>
              </a:spcAft>
              <a:buNone/>
            </a:pPr>
            <a:r>
              <a:rPr lang="en">
                <a:solidFill>
                  <a:schemeClr val="lt1"/>
                </a:solidFill>
              </a:rPr>
              <a:t>• Pickup and Drop location</a:t>
            </a:r>
            <a:endParaRPr>
              <a:solidFill>
                <a:schemeClr val="lt1"/>
              </a:solidFill>
            </a:endParaRPr>
          </a:p>
          <a:p>
            <a:pPr indent="0" lvl="0" marL="0" rtl="0" algn="l">
              <a:lnSpc>
                <a:spcPct val="115000"/>
              </a:lnSpc>
              <a:spcBef>
                <a:spcPts val="0"/>
              </a:spcBef>
              <a:spcAft>
                <a:spcPts val="0"/>
              </a:spcAft>
              <a:buNone/>
            </a:pPr>
            <a:r>
              <a:rPr lang="en">
                <a:solidFill>
                  <a:schemeClr val="lt1"/>
                </a:solidFill>
              </a:rPr>
              <a:t> • Average Time to Customer</a:t>
            </a:r>
            <a:endParaRPr>
              <a:solidFill>
                <a:schemeClr val="lt1"/>
              </a:solidFill>
            </a:endParaRPr>
          </a:p>
          <a:p>
            <a:pPr indent="0" lvl="0" marL="0" rtl="0" algn="l">
              <a:lnSpc>
                <a:spcPct val="115000"/>
              </a:lnSpc>
              <a:spcBef>
                <a:spcPts val="0"/>
              </a:spcBef>
              <a:spcAft>
                <a:spcPts val="0"/>
              </a:spcAft>
              <a:buNone/>
            </a:pPr>
            <a:r>
              <a:rPr lang="en">
                <a:solidFill>
                  <a:schemeClr val="lt1"/>
                </a:solidFill>
              </a:rPr>
              <a:t> • Average Time from Pickup to Destination </a:t>
            </a:r>
            <a:endParaRPr>
              <a:solidFill>
                <a:schemeClr val="lt1"/>
              </a:solidFill>
            </a:endParaRPr>
          </a:p>
          <a:p>
            <a:pPr indent="0" lvl="0" marL="0" rtl="0" algn="l">
              <a:lnSpc>
                <a:spcPct val="115000"/>
              </a:lnSpc>
              <a:spcBef>
                <a:spcPts val="0"/>
              </a:spcBef>
              <a:spcAft>
                <a:spcPts val="0"/>
              </a:spcAft>
              <a:buNone/>
            </a:pPr>
            <a:r>
              <a:rPr lang="en">
                <a:solidFill>
                  <a:schemeClr val="lt1"/>
                </a:solidFill>
              </a:rPr>
              <a:t>• Cancelled By Customer, Customer Cancellation  </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cxnSp>
        <p:nvCxnSpPr>
          <p:cNvPr id="602" name="Google Shape;602;p48"/>
          <p:cNvCxnSpPr/>
          <p:nvPr/>
        </p:nvCxnSpPr>
        <p:spPr>
          <a:xfrm flipH="1">
            <a:off x="3691923" y="3726366"/>
            <a:ext cx="175500" cy="255000"/>
          </a:xfrm>
          <a:prstGeom prst="straightConnector1">
            <a:avLst/>
          </a:prstGeom>
          <a:noFill/>
          <a:ln cap="flat" cmpd="sng" w="9525">
            <a:solidFill>
              <a:schemeClr val="accent5"/>
            </a:solidFill>
            <a:prstDash val="solid"/>
            <a:round/>
            <a:headEnd len="med" w="med" type="none"/>
            <a:tailEnd len="med" w="med" type="none"/>
          </a:ln>
        </p:spPr>
      </p:cxnSp>
      <p:cxnSp>
        <p:nvCxnSpPr>
          <p:cNvPr id="603" name="Google Shape;603;p48"/>
          <p:cNvCxnSpPr/>
          <p:nvPr/>
        </p:nvCxnSpPr>
        <p:spPr>
          <a:xfrm flipH="1">
            <a:off x="3693739" y="2117981"/>
            <a:ext cx="174900" cy="249000"/>
          </a:xfrm>
          <a:prstGeom prst="straightConnector1">
            <a:avLst/>
          </a:prstGeom>
          <a:noFill/>
          <a:ln cap="flat" cmpd="sng" w="9525">
            <a:solidFill>
              <a:schemeClr val="accent5"/>
            </a:solidFill>
            <a:prstDash val="solid"/>
            <a:round/>
            <a:headEnd len="med" w="med" type="none"/>
            <a:tailEnd len="med" w="med" type="none"/>
          </a:ln>
        </p:spPr>
      </p:cxnSp>
      <p:cxnSp>
        <p:nvCxnSpPr>
          <p:cNvPr id="604" name="Google Shape;604;p48"/>
          <p:cNvCxnSpPr/>
          <p:nvPr/>
        </p:nvCxnSpPr>
        <p:spPr>
          <a:xfrm flipH="1">
            <a:off x="5392326" y="3726366"/>
            <a:ext cx="175500" cy="255000"/>
          </a:xfrm>
          <a:prstGeom prst="straightConnector1">
            <a:avLst/>
          </a:prstGeom>
          <a:noFill/>
          <a:ln cap="flat" cmpd="sng" w="9525">
            <a:solidFill>
              <a:schemeClr val="accent5"/>
            </a:solidFill>
            <a:prstDash val="solid"/>
            <a:round/>
            <a:headEnd len="med" w="med" type="none"/>
            <a:tailEnd len="med" w="med" type="none"/>
          </a:ln>
        </p:spPr>
      </p:cxnSp>
      <p:cxnSp>
        <p:nvCxnSpPr>
          <p:cNvPr id="605" name="Google Shape;605;p48"/>
          <p:cNvCxnSpPr/>
          <p:nvPr/>
        </p:nvCxnSpPr>
        <p:spPr>
          <a:xfrm flipH="1">
            <a:off x="5394142" y="2117981"/>
            <a:ext cx="174900" cy="249000"/>
          </a:xfrm>
          <a:prstGeom prst="straightConnector1">
            <a:avLst/>
          </a:prstGeom>
          <a:noFill/>
          <a:ln cap="flat" cmpd="sng" w="9525">
            <a:solidFill>
              <a:schemeClr val="accent5"/>
            </a:solidFill>
            <a:prstDash val="solid"/>
            <a:round/>
            <a:headEnd len="med" w="med" type="none"/>
            <a:tailEnd len="med" w="med" type="none"/>
          </a:ln>
        </p:spPr>
      </p:cxnSp>
      <p:cxnSp>
        <p:nvCxnSpPr>
          <p:cNvPr id="606" name="Google Shape;606;p48"/>
          <p:cNvCxnSpPr/>
          <p:nvPr/>
        </p:nvCxnSpPr>
        <p:spPr>
          <a:xfrm flipH="1">
            <a:off x="1994465" y="3726366"/>
            <a:ext cx="175500" cy="255000"/>
          </a:xfrm>
          <a:prstGeom prst="straightConnector1">
            <a:avLst/>
          </a:prstGeom>
          <a:noFill/>
          <a:ln cap="flat" cmpd="sng" w="9525">
            <a:solidFill>
              <a:schemeClr val="accent5"/>
            </a:solidFill>
            <a:prstDash val="solid"/>
            <a:round/>
            <a:headEnd len="med" w="med" type="none"/>
            <a:tailEnd len="med" w="med" type="none"/>
          </a:ln>
        </p:spPr>
      </p:cxnSp>
      <p:cxnSp>
        <p:nvCxnSpPr>
          <p:cNvPr id="607" name="Google Shape;607;p48"/>
          <p:cNvCxnSpPr/>
          <p:nvPr/>
        </p:nvCxnSpPr>
        <p:spPr>
          <a:xfrm flipH="1">
            <a:off x="1996281" y="2117981"/>
            <a:ext cx="174900" cy="249000"/>
          </a:xfrm>
          <a:prstGeom prst="straightConnector1">
            <a:avLst/>
          </a:prstGeom>
          <a:noFill/>
          <a:ln cap="flat" cmpd="sng" w="9525">
            <a:solidFill>
              <a:schemeClr val="accent5"/>
            </a:solidFill>
            <a:prstDash val="solid"/>
            <a:round/>
            <a:headEnd len="med" w="med" type="none"/>
            <a:tailEnd len="med" w="med" type="none"/>
          </a:ln>
        </p:spPr>
      </p:cxnSp>
      <p:sp>
        <p:nvSpPr>
          <p:cNvPr id="608" name="Google Shape;608;p48"/>
          <p:cNvSpPr/>
          <p:nvPr/>
        </p:nvSpPr>
        <p:spPr>
          <a:xfrm>
            <a:off x="476416" y="2115355"/>
            <a:ext cx="1518300" cy="18660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70625" lIns="35300" spcFirstLastPara="1" rIns="35300" wrap="square" tIns="70625">
            <a:noAutofit/>
          </a:bodyPr>
          <a:lstStyle/>
          <a:p>
            <a:pPr indent="0" lvl="0" marL="0" marR="2085" rtl="0" algn="l">
              <a:lnSpc>
                <a:spcPct val="115000"/>
              </a:lnSpc>
              <a:spcBef>
                <a:spcPts val="0"/>
              </a:spcBef>
              <a:spcAft>
                <a:spcPts val="0"/>
              </a:spcAft>
              <a:buNone/>
            </a:pPr>
            <a:r>
              <a:t/>
            </a:r>
            <a:endParaRPr sz="1004">
              <a:solidFill>
                <a:schemeClr val="lt1"/>
              </a:solidFill>
              <a:latin typeface="Red Hat Display"/>
              <a:ea typeface="Red Hat Display"/>
              <a:cs typeface="Red Hat Display"/>
              <a:sym typeface="Red Hat Display"/>
            </a:endParaRPr>
          </a:p>
        </p:txBody>
      </p:sp>
      <p:sp>
        <p:nvSpPr>
          <p:cNvPr id="609" name="Google Shape;609;p48"/>
          <p:cNvSpPr/>
          <p:nvPr/>
        </p:nvSpPr>
        <p:spPr>
          <a:xfrm>
            <a:off x="372597" y="1900845"/>
            <a:ext cx="1371600" cy="213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0625" lIns="70625" spcFirstLastPara="1" rIns="70625" wrap="square" tIns="70625">
            <a:noAutofit/>
          </a:bodyPr>
          <a:lstStyle/>
          <a:p>
            <a:pPr indent="0" lvl="0" marL="0" rtl="0" algn="ctr">
              <a:lnSpc>
                <a:spcPct val="90000"/>
              </a:lnSpc>
              <a:spcBef>
                <a:spcPts val="0"/>
              </a:spcBef>
              <a:spcAft>
                <a:spcPts val="0"/>
              </a:spcAft>
              <a:buNone/>
            </a:pPr>
            <a:r>
              <a:t/>
            </a:r>
            <a:endParaRPr sz="772">
              <a:solidFill>
                <a:schemeClr val="dk2"/>
              </a:solidFill>
              <a:latin typeface="Red Hat Display SemiBold"/>
              <a:ea typeface="Red Hat Display SemiBold"/>
              <a:cs typeface="Red Hat Display SemiBold"/>
              <a:sym typeface="Red Hat Display SemiBold"/>
            </a:endParaRPr>
          </a:p>
        </p:txBody>
      </p:sp>
      <p:sp>
        <p:nvSpPr>
          <p:cNvPr id="610" name="Google Shape;610;p48"/>
          <p:cNvSpPr/>
          <p:nvPr/>
        </p:nvSpPr>
        <p:spPr>
          <a:xfrm>
            <a:off x="2171007" y="2115355"/>
            <a:ext cx="1518300" cy="18660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70625" lIns="35300" spcFirstLastPara="1" rIns="35300" wrap="square" tIns="70625">
            <a:noAutofit/>
          </a:bodyPr>
          <a:lstStyle/>
          <a:p>
            <a:pPr indent="0" lvl="0" marL="0" marR="2085" rtl="0" algn="l">
              <a:lnSpc>
                <a:spcPct val="115000"/>
              </a:lnSpc>
              <a:spcBef>
                <a:spcPts val="0"/>
              </a:spcBef>
              <a:spcAft>
                <a:spcPts val="0"/>
              </a:spcAft>
              <a:buNone/>
            </a:pPr>
            <a:r>
              <a:t/>
            </a:r>
            <a:endParaRPr sz="1004">
              <a:solidFill>
                <a:schemeClr val="lt1"/>
              </a:solidFill>
              <a:latin typeface="Red Hat Display"/>
              <a:ea typeface="Red Hat Display"/>
              <a:cs typeface="Red Hat Display"/>
              <a:sym typeface="Red Hat Display"/>
            </a:endParaRPr>
          </a:p>
        </p:txBody>
      </p:sp>
      <p:sp>
        <p:nvSpPr>
          <p:cNvPr id="611" name="Google Shape;611;p48"/>
          <p:cNvSpPr/>
          <p:nvPr/>
        </p:nvSpPr>
        <p:spPr>
          <a:xfrm>
            <a:off x="2067188" y="1900845"/>
            <a:ext cx="1371600" cy="213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0625" lIns="70625" spcFirstLastPara="1" rIns="70625" wrap="square" tIns="70625">
            <a:noAutofit/>
          </a:bodyPr>
          <a:lstStyle/>
          <a:p>
            <a:pPr indent="0" lvl="0" marL="0" rtl="0" algn="ctr">
              <a:lnSpc>
                <a:spcPct val="90000"/>
              </a:lnSpc>
              <a:spcBef>
                <a:spcPts val="0"/>
              </a:spcBef>
              <a:spcAft>
                <a:spcPts val="0"/>
              </a:spcAft>
              <a:buNone/>
            </a:pPr>
            <a:r>
              <a:t/>
            </a:r>
            <a:endParaRPr sz="772">
              <a:solidFill>
                <a:schemeClr val="dk2"/>
              </a:solidFill>
              <a:latin typeface="Red Hat Display SemiBold"/>
              <a:ea typeface="Red Hat Display SemiBold"/>
              <a:cs typeface="Red Hat Display SemiBold"/>
              <a:sym typeface="Red Hat Display SemiBold"/>
            </a:endParaRPr>
          </a:p>
        </p:txBody>
      </p:sp>
      <p:sp>
        <p:nvSpPr>
          <p:cNvPr id="612" name="Google Shape;612;p48"/>
          <p:cNvSpPr/>
          <p:nvPr/>
        </p:nvSpPr>
        <p:spPr>
          <a:xfrm>
            <a:off x="3871437" y="2115355"/>
            <a:ext cx="1518300" cy="18660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70625" lIns="35300" spcFirstLastPara="1" rIns="35300" wrap="square" tIns="70625">
            <a:noAutofit/>
          </a:bodyPr>
          <a:lstStyle/>
          <a:p>
            <a:pPr indent="0" lvl="0" marL="0" rtl="0" algn="l">
              <a:lnSpc>
                <a:spcPct val="115000"/>
              </a:lnSpc>
              <a:spcBef>
                <a:spcPts val="0"/>
              </a:spcBef>
              <a:spcAft>
                <a:spcPts val="0"/>
              </a:spcAft>
              <a:buNone/>
            </a:pPr>
            <a:r>
              <a:t/>
            </a:r>
            <a:endParaRPr sz="617">
              <a:solidFill>
                <a:schemeClr val="lt1"/>
              </a:solidFill>
              <a:latin typeface="Red Hat Display"/>
              <a:ea typeface="Red Hat Display"/>
              <a:cs typeface="Red Hat Display"/>
              <a:sym typeface="Red Hat Display"/>
            </a:endParaRPr>
          </a:p>
          <a:p>
            <a:pPr indent="0" lvl="0" marL="0" marR="2085" rtl="0" algn="l">
              <a:lnSpc>
                <a:spcPct val="115000"/>
              </a:lnSpc>
              <a:spcBef>
                <a:spcPts val="0"/>
              </a:spcBef>
              <a:spcAft>
                <a:spcPts val="0"/>
              </a:spcAft>
              <a:buNone/>
            </a:pPr>
            <a:r>
              <a:t/>
            </a:r>
            <a:endParaRPr sz="617">
              <a:solidFill>
                <a:schemeClr val="lt1"/>
              </a:solidFill>
              <a:latin typeface="Red Hat Display"/>
              <a:ea typeface="Red Hat Display"/>
              <a:cs typeface="Red Hat Display"/>
              <a:sym typeface="Red Hat Display"/>
            </a:endParaRPr>
          </a:p>
        </p:txBody>
      </p:sp>
      <p:sp>
        <p:nvSpPr>
          <p:cNvPr id="613" name="Google Shape;613;p48"/>
          <p:cNvSpPr/>
          <p:nvPr/>
        </p:nvSpPr>
        <p:spPr>
          <a:xfrm>
            <a:off x="3767618" y="1900845"/>
            <a:ext cx="1371600" cy="213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0625" lIns="70625" spcFirstLastPara="1" rIns="70625" wrap="square" tIns="70625">
            <a:noAutofit/>
          </a:bodyPr>
          <a:lstStyle/>
          <a:p>
            <a:pPr indent="0" lvl="0" marL="0" rtl="0" algn="ctr">
              <a:lnSpc>
                <a:spcPct val="90000"/>
              </a:lnSpc>
              <a:spcBef>
                <a:spcPts val="0"/>
              </a:spcBef>
              <a:spcAft>
                <a:spcPts val="0"/>
              </a:spcAft>
              <a:buNone/>
            </a:pPr>
            <a:r>
              <a:t/>
            </a:r>
            <a:endParaRPr sz="772">
              <a:solidFill>
                <a:schemeClr val="dk2"/>
              </a:solidFill>
              <a:latin typeface="Red Hat Display SemiBold"/>
              <a:ea typeface="Red Hat Display SemiBold"/>
              <a:cs typeface="Red Hat Display SemiBold"/>
              <a:sym typeface="Red Hat Display SemiBold"/>
            </a:endParaRPr>
          </a:p>
        </p:txBody>
      </p:sp>
      <p:sp>
        <p:nvSpPr>
          <p:cNvPr id="614" name="Google Shape;614;p48"/>
          <p:cNvSpPr/>
          <p:nvPr/>
        </p:nvSpPr>
        <p:spPr>
          <a:xfrm>
            <a:off x="5564730" y="2115355"/>
            <a:ext cx="1518300" cy="18660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70625" lIns="35300" spcFirstLastPara="1" rIns="35300" wrap="square" tIns="70625">
            <a:noAutofit/>
          </a:bodyPr>
          <a:lstStyle/>
          <a:p>
            <a:pPr indent="0" lvl="0" marL="0" rtl="0" algn="l">
              <a:lnSpc>
                <a:spcPct val="115000"/>
              </a:lnSpc>
              <a:spcBef>
                <a:spcPts val="0"/>
              </a:spcBef>
              <a:spcAft>
                <a:spcPts val="0"/>
              </a:spcAft>
              <a:buNone/>
            </a:pPr>
            <a:r>
              <a:t/>
            </a:r>
            <a:endParaRPr sz="617">
              <a:solidFill>
                <a:schemeClr val="lt1"/>
              </a:solidFill>
              <a:latin typeface="Red Hat Display"/>
              <a:ea typeface="Red Hat Display"/>
              <a:cs typeface="Red Hat Display"/>
              <a:sym typeface="Red Hat Display"/>
            </a:endParaRPr>
          </a:p>
          <a:p>
            <a:pPr indent="0" lvl="0" marL="0" marR="2085" rtl="0" algn="l">
              <a:lnSpc>
                <a:spcPct val="115000"/>
              </a:lnSpc>
              <a:spcBef>
                <a:spcPts val="0"/>
              </a:spcBef>
              <a:spcAft>
                <a:spcPts val="0"/>
              </a:spcAft>
              <a:buNone/>
            </a:pPr>
            <a:r>
              <a:t/>
            </a:r>
            <a:endParaRPr sz="617">
              <a:solidFill>
                <a:schemeClr val="lt1"/>
              </a:solidFill>
              <a:latin typeface="Red Hat Display"/>
              <a:ea typeface="Red Hat Display"/>
              <a:cs typeface="Red Hat Display"/>
              <a:sym typeface="Red Hat Display"/>
            </a:endParaRPr>
          </a:p>
        </p:txBody>
      </p:sp>
      <p:sp>
        <p:nvSpPr>
          <p:cNvPr id="615" name="Google Shape;615;p48"/>
          <p:cNvSpPr/>
          <p:nvPr/>
        </p:nvSpPr>
        <p:spPr>
          <a:xfrm>
            <a:off x="5460911" y="1900845"/>
            <a:ext cx="1371600" cy="213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0625" lIns="70625" spcFirstLastPara="1" rIns="70625" wrap="square" tIns="70625">
            <a:noAutofit/>
          </a:bodyPr>
          <a:lstStyle/>
          <a:p>
            <a:pPr indent="0" lvl="0" marL="0" rtl="0" algn="ctr">
              <a:lnSpc>
                <a:spcPct val="90000"/>
              </a:lnSpc>
              <a:spcBef>
                <a:spcPts val="0"/>
              </a:spcBef>
              <a:spcAft>
                <a:spcPts val="0"/>
              </a:spcAft>
              <a:buNone/>
            </a:pPr>
            <a:r>
              <a:t/>
            </a:r>
            <a:endParaRPr sz="772">
              <a:solidFill>
                <a:schemeClr val="dk2"/>
              </a:solidFill>
              <a:latin typeface="Red Hat Display SemiBold"/>
              <a:ea typeface="Red Hat Display SemiBold"/>
              <a:cs typeface="Red Hat Display SemiBold"/>
              <a:sym typeface="Red Hat Display SemiBold"/>
            </a:endParaRPr>
          </a:p>
        </p:txBody>
      </p:sp>
      <p:cxnSp>
        <p:nvCxnSpPr>
          <p:cNvPr id="616" name="Google Shape;616;p48"/>
          <p:cNvCxnSpPr/>
          <p:nvPr/>
        </p:nvCxnSpPr>
        <p:spPr>
          <a:xfrm flipH="1">
            <a:off x="195496" y="3726366"/>
            <a:ext cx="276300" cy="255000"/>
          </a:xfrm>
          <a:prstGeom prst="straightConnector1">
            <a:avLst/>
          </a:prstGeom>
          <a:noFill/>
          <a:ln cap="flat" cmpd="sng" w="9525">
            <a:solidFill>
              <a:schemeClr val="accent5"/>
            </a:solidFill>
            <a:prstDash val="solid"/>
            <a:round/>
            <a:headEnd len="med" w="med" type="none"/>
            <a:tailEnd len="med" w="med" type="none"/>
          </a:ln>
        </p:spPr>
      </p:cxnSp>
      <p:cxnSp>
        <p:nvCxnSpPr>
          <p:cNvPr id="617" name="Google Shape;617;p48"/>
          <p:cNvCxnSpPr/>
          <p:nvPr/>
        </p:nvCxnSpPr>
        <p:spPr>
          <a:xfrm flipH="1">
            <a:off x="198313" y="2117981"/>
            <a:ext cx="275400" cy="249000"/>
          </a:xfrm>
          <a:prstGeom prst="straightConnector1">
            <a:avLst/>
          </a:prstGeom>
          <a:noFill/>
          <a:ln cap="flat" cmpd="sng" w="9525">
            <a:solidFill>
              <a:schemeClr val="accent5"/>
            </a:solidFill>
            <a:prstDash val="solid"/>
            <a:round/>
            <a:headEnd len="med" w="med" type="none"/>
            <a:tailEnd len="med" w="med" type="none"/>
          </a:ln>
        </p:spPr>
      </p:cxnSp>
      <p:cxnSp>
        <p:nvCxnSpPr>
          <p:cNvPr id="618" name="Google Shape;618;p48"/>
          <p:cNvCxnSpPr/>
          <p:nvPr/>
        </p:nvCxnSpPr>
        <p:spPr>
          <a:xfrm flipH="1">
            <a:off x="7094939" y="3726366"/>
            <a:ext cx="174000" cy="255000"/>
          </a:xfrm>
          <a:prstGeom prst="straightConnector1">
            <a:avLst/>
          </a:prstGeom>
          <a:noFill/>
          <a:ln cap="flat" cmpd="sng" w="9525">
            <a:solidFill>
              <a:schemeClr val="accent5"/>
            </a:solidFill>
            <a:prstDash val="solid"/>
            <a:round/>
            <a:headEnd len="med" w="med" type="none"/>
            <a:tailEnd len="med" w="med" type="none"/>
          </a:ln>
        </p:spPr>
      </p:cxnSp>
      <p:cxnSp>
        <p:nvCxnSpPr>
          <p:cNvPr id="619" name="Google Shape;619;p48"/>
          <p:cNvCxnSpPr/>
          <p:nvPr/>
        </p:nvCxnSpPr>
        <p:spPr>
          <a:xfrm flipH="1">
            <a:off x="7096747" y="2117981"/>
            <a:ext cx="173400" cy="249000"/>
          </a:xfrm>
          <a:prstGeom prst="straightConnector1">
            <a:avLst/>
          </a:prstGeom>
          <a:noFill/>
          <a:ln cap="flat" cmpd="sng" w="9525">
            <a:solidFill>
              <a:schemeClr val="accent5"/>
            </a:solidFill>
            <a:prstDash val="solid"/>
            <a:round/>
            <a:headEnd len="med" w="med" type="none"/>
            <a:tailEnd len="med" w="med" type="none"/>
          </a:ln>
        </p:spPr>
      </p:cxnSp>
      <p:sp>
        <p:nvSpPr>
          <p:cNvPr id="620" name="Google Shape;620;p48"/>
          <p:cNvSpPr txBox="1"/>
          <p:nvPr>
            <p:ph type="title"/>
          </p:nvPr>
        </p:nvSpPr>
        <p:spPr>
          <a:xfrm>
            <a:off x="609625" y="511850"/>
            <a:ext cx="4015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EDA- Exploratory Data Analysis</a:t>
            </a:r>
            <a:endParaRPr/>
          </a:p>
        </p:txBody>
      </p:sp>
      <p:sp>
        <p:nvSpPr>
          <p:cNvPr id="621" name="Google Shape;621;p48"/>
          <p:cNvSpPr txBox="1"/>
          <p:nvPr>
            <p:ph idx="1" type="subTitle"/>
          </p:nvPr>
        </p:nvSpPr>
        <p:spPr>
          <a:xfrm>
            <a:off x="372598" y="1895400"/>
            <a:ext cx="1371600" cy="224400"/>
          </a:xfrm>
          <a:prstGeom prst="rect">
            <a:avLst/>
          </a:prstGeom>
        </p:spPr>
        <p:txBody>
          <a:bodyPr anchorCtr="0" anchor="ctr" bIns="70625" lIns="70625" spcFirstLastPara="1" rIns="70625" wrap="square" tIns="70625">
            <a:noAutofit/>
          </a:bodyPr>
          <a:lstStyle/>
          <a:p>
            <a:pPr indent="0" lvl="0" marL="0" rtl="0" algn="ctr">
              <a:spcBef>
                <a:spcPts val="0"/>
              </a:spcBef>
              <a:spcAft>
                <a:spcPts val="0"/>
              </a:spcAft>
              <a:buNone/>
            </a:pPr>
            <a:r>
              <a:rPr lang="en" sz="772"/>
              <a:t>Pre-processing</a:t>
            </a:r>
            <a:endParaRPr sz="772"/>
          </a:p>
        </p:txBody>
      </p:sp>
      <p:sp>
        <p:nvSpPr>
          <p:cNvPr id="622" name="Google Shape;622;p48"/>
          <p:cNvSpPr txBox="1"/>
          <p:nvPr>
            <p:ph idx="2" type="subTitle"/>
          </p:nvPr>
        </p:nvSpPr>
        <p:spPr>
          <a:xfrm>
            <a:off x="2070104" y="1895400"/>
            <a:ext cx="1371600" cy="224400"/>
          </a:xfrm>
          <a:prstGeom prst="rect">
            <a:avLst/>
          </a:prstGeom>
        </p:spPr>
        <p:txBody>
          <a:bodyPr anchorCtr="0" anchor="ctr" bIns="70625" lIns="70625" spcFirstLastPara="1" rIns="70625" wrap="square" tIns="70625">
            <a:noAutofit/>
          </a:bodyPr>
          <a:lstStyle/>
          <a:p>
            <a:pPr indent="0" lvl="0" marL="0" rtl="0" algn="ctr">
              <a:spcBef>
                <a:spcPts val="0"/>
              </a:spcBef>
              <a:spcAft>
                <a:spcPts val="0"/>
              </a:spcAft>
              <a:buNone/>
            </a:pPr>
            <a:r>
              <a:rPr lang="en" sz="772"/>
              <a:t>Modelling</a:t>
            </a:r>
            <a:endParaRPr sz="772"/>
          </a:p>
        </p:txBody>
      </p:sp>
      <p:sp>
        <p:nvSpPr>
          <p:cNvPr id="623" name="Google Shape;623;p48"/>
          <p:cNvSpPr txBox="1"/>
          <p:nvPr>
            <p:ph idx="3" type="subTitle"/>
          </p:nvPr>
        </p:nvSpPr>
        <p:spPr>
          <a:xfrm>
            <a:off x="3765506" y="1895400"/>
            <a:ext cx="1371600" cy="224400"/>
          </a:xfrm>
          <a:prstGeom prst="rect">
            <a:avLst/>
          </a:prstGeom>
        </p:spPr>
        <p:txBody>
          <a:bodyPr anchorCtr="0" anchor="ctr" bIns="70625" lIns="70625" spcFirstLastPara="1" rIns="70625" wrap="square" tIns="70625">
            <a:noAutofit/>
          </a:bodyPr>
          <a:lstStyle/>
          <a:p>
            <a:pPr indent="0" lvl="0" marL="0" rtl="0" algn="ctr">
              <a:spcBef>
                <a:spcPts val="0"/>
              </a:spcBef>
              <a:spcAft>
                <a:spcPts val="0"/>
              </a:spcAft>
              <a:buNone/>
            </a:pPr>
            <a:r>
              <a:rPr lang="en" sz="772"/>
              <a:t>Training</a:t>
            </a:r>
            <a:endParaRPr sz="772"/>
          </a:p>
        </p:txBody>
      </p:sp>
      <p:sp>
        <p:nvSpPr>
          <p:cNvPr id="624" name="Google Shape;624;p48"/>
          <p:cNvSpPr txBox="1"/>
          <p:nvPr>
            <p:ph idx="4" type="subTitle"/>
          </p:nvPr>
        </p:nvSpPr>
        <p:spPr>
          <a:xfrm>
            <a:off x="5457611" y="1895400"/>
            <a:ext cx="1371600" cy="224400"/>
          </a:xfrm>
          <a:prstGeom prst="rect">
            <a:avLst/>
          </a:prstGeom>
        </p:spPr>
        <p:txBody>
          <a:bodyPr anchorCtr="0" anchor="ctr" bIns="70625" lIns="70625" spcFirstLastPara="1" rIns="70625" wrap="square" tIns="70625">
            <a:noAutofit/>
          </a:bodyPr>
          <a:lstStyle/>
          <a:p>
            <a:pPr indent="0" lvl="0" marL="0" rtl="0" algn="ctr">
              <a:spcBef>
                <a:spcPts val="0"/>
              </a:spcBef>
              <a:spcAft>
                <a:spcPts val="0"/>
              </a:spcAft>
              <a:buNone/>
            </a:pPr>
            <a:r>
              <a:rPr lang="en" sz="772"/>
              <a:t>Evaluation</a:t>
            </a:r>
            <a:endParaRPr sz="772"/>
          </a:p>
        </p:txBody>
      </p:sp>
      <p:sp>
        <p:nvSpPr>
          <p:cNvPr id="625" name="Google Shape;625;p48"/>
          <p:cNvSpPr txBox="1"/>
          <p:nvPr>
            <p:ph idx="5" type="body"/>
          </p:nvPr>
        </p:nvSpPr>
        <p:spPr>
          <a:xfrm>
            <a:off x="629151" y="2263145"/>
            <a:ext cx="1209900" cy="1716300"/>
          </a:xfrm>
          <a:prstGeom prst="rect">
            <a:avLst/>
          </a:prstGeom>
        </p:spPr>
        <p:txBody>
          <a:bodyPr anchorCtr="0" anchor="t" bIns="70625" lIns="70625" spcFirstLastPara="1" rIns="70625" wrap="square" tIns="70625">
            <a:spAutoFit/>
          </a:bodyPr>
          <a:lstStyle/>
          <a:p>
            <a:pPr indent="0" lvl="0" marL="0" rtl="0" algn="l">
              <a:spcBef>
                <a:spcPts val="0"/>
              </a:spcBef>
              <a:spcAft>
                <a:spcPts val="0"/>
              </a:spcAft>
              <a:buNone/>
            </a:pPr>
            <a:r>
              <a:rPr lang="en" sz="817"/>
              <a:t>After </a:t>
            </a:r>
            <a:r>
              <a:rPr lang="en" sz="817">
                <a:solidFill>
                  <a:srgbClr val="FFFF00"/>
                </a:solidFill>
              </a:rPr>
              <a:t>exploring what our data set looks like</a:t>
            </a:r>
            <a:r>
              <a:rPr lang="en" sz="817"/>
              <a:t>, we need to do preprocessing. The most pressing concerns are </a:t>
            </a:r>
            <a:r>
              <a:rPr lang="en" sz="817">
                <a:solidFill>
                  <a:srgbClr val="FFFF00"/>
                </a:solidFill>
              </a:rPr>
              <a:t>how we should handle the high amount of NaN, due to poor one hot encoding</a:t>
            </a:r>
            <a:r>
              <a:rPr lang="en" sz="817"/>
              <a:t> as well as the lack of a balanced dataset. </a:t>
            </a:r>
            <a:endParaRPr sz="817"/>
          </a:p>
        </p:txBody>
      </p:sp>
      <p:sp>
        <p:nvSpPr>
          <p:cNvPr id="626" name="Google Shape;626;p48"/>
          <p:cNvSpPr txBox="1"/>
          <p:nvPr>
            <p:ph idx="6" type="body"/>
          </p:nvPr>
        </p:nvSpPr>
        <p:spPr>
          <a:xfrm>
            <a:off x="2324900" y="2319845"/>
            <a:ext cx="1209900" cy="1281900"/>
          </a:xfrm>
          <a:prstGeom prst="rect">
            <a:avLst/>
          </a:prstGeom>
        </p:spPr>
        <p:txBody>
          <a:bodyPr anchorCtr="0" anchor="t" bIns="70625" lIns="70625" spcFirstLastPara="1" rIns="70625" wrap="square" tIns="70625">
            <a:spAutoFit/>
          </a:bodyPr>
          <a:lstStyle/>
          <a:p>
            <a:pPr indent="0" lvl="0" marL="0" rtl="0" algn="l">
              <a:spcBef>
                <a:spcPts val="0"/>
              </a:spcBef>
              <a:spcAft>
                <a:spcPts val="0"/>
              </a:spcAft>
              <a:buNone/>
            </a:pPr>
            <a:r>
              <a:rPr lang="en" sz="817"/>
              <a:t>Since this is a classification problem, </a:t>
            </a:r>
            <a:r>
              <a:rPr lang="en" sz="817">
                <a:solidFill>
                  <a:srgbClr val="FFFF00"/>
                </a:solidFill>
              </a:rPr>
              <a:t>we  experiment with several models starting with Random Forest </a:t>
            </a:r>
            <a:r>
              <a:rPr lang="en" sz="817"/>
              <a:t>but we will probably need to settle for a more advanced model.</a:t>
            </a:r>
            <a:endParaRPr sz="817"/>
          </a:p>
        </p:txBody>
      </p:sp>
      <p:sp>
        <p:nvSpPr>
          <p:cNvPr id="627" name="Google Shape;627;p48"/>
          <p:cNvSpPr txBox="1"/>
          <p:nvPr>
            <p:ph idx="7" type="body"/>
          </p:nvPr>
        </p:nvSpPr>
        <p:spPr>
          <a:xfrm>
            <a:off x="4024932" y="2263145"/>
            <a:ext cx="1209900" cy="1716300"/>
          </a:xfrm>
          <a:prstGeom prst="rect">
            <a:avLst/>
          </a:prstGeom>
        </p:spPr>
        <p:txBody>
          <a:bodyPr anchorCtr="0" anchor="t" bIns="70625" lIns="70625" spcFirstLastPara="1" rIns="70625" wrap="square" tIns="70625">
            <a:spAutoFit/>
          </a:bodyPr>
          <a:lstStyle/>
          <a:p>
            <a:pPr indent="0" lvl="0" marL="0" rtl="0" algn="l">
              <a:spcBef>
                <a:spcPts val="0"/>
              </a:spcBef>
              <a:spcAft>
                <a:spcPts val="0"/>
              </a:spcAft>
              <a:buNone/>
            </a:pPr>
            <a:r>
              <a:rPr lang="en" sz="817"/>
              <a:t>Training will be done by the scikit-learn .fit method. </a:t>
            </a:r>
            <a:r>
              <a:rPr lang="en" sz="817">
                <a:solidFill>
                  <a:srgbClr val="FFFF00"/>
                </a:solidFill>
              </a:rPr>
              <a:t>We trained the best model with best hyper-parameters with all training set, </a:t>
            </a:r>
            <a:r>
              <a:rPr lang="en" sz="817"/>
              <a:t>unlike in cross-validation that some parts of training set were separated to validation set.</a:t>
            </a:r>
            <a:endParaRPr sz="817"/>
          </a:p>
        </p:txBody>
      </p:sp>
      <p:sp>
        <p:nvSpPr>
          <p:cNvPr id="628" name="Google Shape;628;p48"/>
          <p:cNvSpPr txBox="1"/>
          <p:nvPr>
            <p:ph idx="8" type="body"/>
          </p:nvPr>
        </p:nvSpPr>
        <p:spPr>
          <a:xfrm>
            <a:off x="5727951" y="2263145"/>
            <a:ext cx="1209900" cy="1426800"/>
          </a:xfrm>
          <a:prstGeom prst="rect">
            <a:avLst/>
          </a:prstGeom>
        </p:spPr>
        <p:txBody>
          <a:bodyPr anchorCtr="0" anchor="t" bIns="70625" lIns="70625" spcFirstLastPara="1" rIns="70625" wrap="square" tIns="70625">
            <a:spAutoFit/>
          </a:bodyPr>
          <a:lstStyle/>
          <a:p>
            <a:pPr indent="0" lvl="0" marL="0" rtl="0" algn="l">
              <a:spcBef>
                <a:spcPts val="0"/>
              </a:spcBef>
              <a:spcAft>
                <a:spcPts val="0"/>
              </a:spcAft>
              <a:buNone/>
            </a:pPr>
            <a:r>
              <a:rPr lang="en" sz="817"/>
              <a:t>• Precision = TP / (TP + FP) • Recall = TP / (TP + FN) • F1-Score = 2 * [( Precision * Recall) / (Precision + Recall)] • R-Squared (R²) = 1 - (Sum of Squared Residuals / Total Sum of Squares) </a:t>
            </a:r>
            <a:endParaRPr sz="817"/>
          </a:p>
        </p:txBody>
      </p:sp>
      <p:cxnSp>
        <p:nvCxnSpPr>
          <p:cNvPr id="629" name="Google Shape;629;p48"/>
          <p:cNvCxnSpPr/>
          <p:nvPr/>
        </p:nvCxnSpPr>
        <p:spPr>
          <a:xfrm flipH="1">
            <a:off x="7070677" y="3731800"/>
            <a:ext cx="175500" cy="255000"/>
          </a:xfrm>
          <a:prstGeom prst="straightConnector1">
            <a:avLst/>
          </a:prstGeom>
          <a:noFill/>
          <a:ln cap="flat" cmpd="sng" w="9525">
            <a:solidFill>
              <a:schemeClr val="accent5"/>
            </a:solidFill>
            <a:prstDash val="solid"/>
            <a:round/>
            <a:headEnd len="med" w="med" type="none"/>
            <a:tailEnd len="med" w="med" type="none"/>
          </a:ln>
        </p:spPr>
      </p:cxnSp>
      <p:cxnSp>
        <p:nvCxnSpPr>
          <p:cNvPr id="630" name="Google Shape;630;p48"/>
          <p:cNvCxnSpPr/>
          <p:nvPr/>
        </p:nvCxnSpPr>
        <p:spPr>
          <a:xfrm flipH="1">
            <a:off x="7072494" y="2123415"/>
            <a:ext cx="174900" cy="249000"/>
          </a:xfrm>
          <a:prstGeom prst="straightConnector1">
            <a:avLst/>
          </a:prstGeom>
          <a:noFill/>
          <a:ln cap="flat" cmpd="sng" w="9525">
            <a:solidFill>
              <a:schemeClr val="accent5"/>
            </a:solidFill>
            <a:prstDash val="solid"/>
            <a:round/>
            <a:headEnd len="med" w="med" type="none"/>
            <a:tailEnd len="med" w="med" type="none"/>
          </a:ln>
        </p:spPr>
      </p:cxnSp>
      <p:sp>
        <p:nvSpPr>
          <p:cNvPr id="631" name="Google Shape;631;p48"/>
          <p:cNvSpPr/>
          <p:nvPr/>
        </p:nvSpPr>
        <p:spPr>
          <a:xfrm>
            <a:off x="7243081" y="2120789"/>
            <a:ext cx="1518300" cy="1866000"/>
          </a:xfrm>
          <a:prstGeom prst="snip2DiagRect">
            <a:avLst>
              <a:gd fmla="val 0" name="adj1"/>
              <a:gd fmla="val 16667" name="adj2"/>
            </a:avLst>
          </a:prstGeom>
          <a:solidFill>
            <a:schemeClr val="accent5"/>
          </a:solidFill>
          <a:ln cap="flat" cmpd="sng" w="9525">
            <a:solidFill>
              <a:schemeClr val="accent5"/>
            </a:solidFill>
            <a:prstDash val="solid"/>
            <a:round/>
            <a:headEnd len="sm" w="sm" type="none"/>
            <a:tailEnd len="sm" w="sm" type="none"/>
          </a:ln>
        </p:spPr>
        <p:txBody>
          <a:bodyPr anchorCtr="0" anchor="t" bIns="70625" lIns="35300" spcFirstLastPara="1" rIns="35300" wrap="square" tIns="70625">
            <a:noAutofit/>
          </a:bodyPr>
          <a:lstStyle/>
          <a:p>
            <a:pPr indent="0" lvl="0" marL="0" rtl="0" algn="l">
              <a:lnSpc>
                <a:spcPct val="115000"/>
              </a:lnSpc>
              <a:spcBef>
                <a:spcPts val="0"/>
              </a:spcBef>
              <a:spcAft>
                <a:spcPts val="0"/>
              </a:spcAft>
              <a:buNone/>
            </a:pPr>
            <a:r>
              <a:t/>
            </a:r>
            <a:endParaRPr sz="617">
              <a:solidFill>
                <a:schemeClr val="lt1"/>
              </a:solidFill>
              <a:latin typeface="Red Hat Display"/>
              <a:ea typeface="Red Hat Display"/>
              <a:cs typeface="Red Hat Display"/>
              <a:sym typeface="Red Hat Display"/>
            </a:endParaRPr>
          </a:p>
          <a:p>
            <a:pPr indent="0" lvl="0" marL="0" marR="2085" rtl="0" algn="l">
              <a:lnSpc>
                <a:spcPct val="115000"/>
              </a:lnSpc>
              <a:spcBef>
                <a:spcPts val="0"/>
              </a:spcBef>
              <a:spcAft>
                <a:spcPts val="0"/>
              </a:spcAft>
              <a:buNone/>
            </a:pPr>
            <a:r>
              <a:t/>
            </a:r>
            <a:endParaRPr sz="617">
              <a:solidFill>
                <a:schemeClr val="lt1"/>
              </a:solidFill>
              <a:latin typeface="Red Hat Display"/>
              <a:ea typeface="Red Hat Display"/>
              <a:cs typeface="Red Hat Display"/>
              <a:sym typeface="Red Hat Display"/>
            </a:endParaRPr>
          </a:p>
        </p:txBody>
      </p:sp>
      <p:sp>
        <p:nvSpPr>
          <p:cNvPr id="632" name="Google Shape;632;p48"/>
          <p:cNvSpPr/>
          <p:nvPr/>
        </p:nvSpPr>
        <p:spPr>
          <a:xfrm>
            <a:off x="7139262" y="1906279"/>
            <a:ext cx="1371600" cy="213600"/>
          </a:xfrm>
          <a:prstGeom prst="snip2DiagRect">
            <a:avLst>
              <a:gd fmla="val 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70625" lIns="70625" spcFirstLastPara="1" rIns="70625" wrap="square" tIns="70625">
            <a:noAutofit/>
          </a:bodyPr>
          <a:lstStyle/>
          <a:p>
            <a:pPr indent="0" lvl="0" marL="0" rtl="0" algn="ctr">
              <a:lnSpc>
                <a:spcPct val="90000"/>
              </a:lnSpc>
              <a:spcBef>
                <a:spcPts val="0"/>
              </a:spcBef>
              <a:spcAft>
                <a:spcPts val="0"/>
              </a:spcAft>
              <a:buNone/>
            </a:pPr>
            <a:r>
              <a:t/>
            </a:r>
            <a:endParaRPr sz="772">
              <a:solidFill>
                <a:schemeClr val="dk2"/>
              </a:solidFill>
              <a:latin typeface="Red Hat Display SemiBold"/>
              <a:ea typeface="Red Hat Display SemiBold"/>
              <a:cs typeface="Red Hat Display SemiBold"/>
              <a:sym typeface="Red Hat Display SemiBold"/>
            </a:endParaRPr>
          </a:p>
        </p:txBody>
      </p:sp>
      <p:cxnSp>
        <p:nvCxnSpPr>
          <p:cNvPr id="633" name="Google Shape;633;p48"/>
          <p:cNvCxnSpPr/>
          <p:nvPr/>
        </p:nvCxnSpPr>
        <p:spPr>
          <a:xfrm flipH="1">
            <a:off x="8773291" y="3731800"/>
            <a:ext cx="174000" cy="255000"/>
          </a:xfrm>
          <a:prstGeom prst="straightConnector1">
            <a:avLst/>
          </a:prstGeom>
          <a:noFill/>
          <a:ln cap="flat" cmpd="sng" w="9525">
            <a:solidFill>
              <a:schemeClr val="accent5"/>
            </a:solidFill>
            <a:prstDash val="solid"/>
            <a:round/>
            <a:headEnd len="med" w="med" type="none"/>
            <a:tailEnd len="med" w="med" type="none"/>
          </a:ln>
        </p:spPr>
      </p:cxnSp>
      <p:cxnSp>
        <p:nvCxnSpPr>
          <p:cNvPr id="634" name="Google Shape;634;p48"/>
          <p:cNvCxnSpPr/>
          <p:nvPr/>
        </p:nvCxnSpPr>
        <p:spPr>
          <a:xfrm flipH="1">
            <a:off x="8775099" y="2123415"/>
            <a:ext cx="173400" cy="249000"/>
          </a:xfrm>
          <a:prstGeom prst="straightConnector1">
            <a:avLst/>
          </a:prstGeom>
          <a:noFill/>
          <a:ln cap="flat" cmpd="sng" w="9525">
            <a:solidFill>
              <a:schemeClr val="accent5"/>
            </a:solidFill>
            <a:prstDash val="solid"/>
            <a:round/>
            <a:headEnd len="med" w="med" type="none"/>
            <a:tailEnd len="med" w="med" type="none"/>
          </a:ln>
        </p:spPr>
      </p:cxnSp>
      <p:sp>
        <p:nvSpPr>
          <p:cNvPr id="635" name="Google Shape;635;p48"/>
          <p:cNvSpPr txBox="1"/>
          <p:nvPr>
            <p:ph idx="4" type="subTitle"/>
          </p:nvPr>
        </p:nvSpPr>
        <p:spPr>
          <a:xfrm>
            <a:off x="7135963" y="1900834"/>
            <a:ext cx="1371600" cy="224400"/>
          </a:xfrm>
          <a:prstGeom prst="rect">
            <a:avLst/>
          </a:prstGeom>
        </p:spPr>
        <p:txBody>
          <a:bodyPr anchorCtr="0" anchor="ctr" bIns="70625" lIns="70625" spcFirstLastPara="1" rIns="70625" wrap="square" tIns="70625">
            <a:noAutofit/>
          </a:bodyPr>
          <a:lstStyle/>
          <a:p>
            <a:pPr indent="0" lvl="0" marL="0" rtl="0" algn="ctr">
              <a:spcBef>
                <a:spcPts val="0"/>
              </a:spcBef>
              <a:spcAft>
                <a:spcPts val="0"/>
              </a:spcAft>
              <a:buNone/>
            </a:pPr>
            <a:r>
              <a:rPr lang="en" sz="772"/>
              <a:t>Modelling</a:t>
            </a:r>
            <a:endParaRPr sz="772"/>
          </a:p>
        </p:txBody>
      </p:sp>
      <p:sp>
        <p:nvSpPr>
          <p:cNvPr id="636" name="Google Shape;636;p48"/>
          <p:cNvSpPr txBox="1"/>
          <p:nvPr>
            <p:ph idx="8" type="body"/>
          </p:nvPr>
        </p:nvSpPr>
        <p:spPr>
          <a:xfrm>
            <a:off x="7405390" y="2101304"/>
            <a:ext cx="1209900" cy="1905000"/>
          </a:xfrm>
          <a:prstGeom prst="rect">
            <a:avLst/>
          </a:prstGeom>
        </p:spPr>
        <p:txBody>
          <a:bodyPr anchorCtr="0" anchor="t" bIns="70625" lIns="70625" spcFirstLastPara="1" rIns="70625" wrap="square" tIns="70625">
            <a:spAutoFit/>
          </a:bodyPr>
          <a:lstStyle/>
          <a:p>
            <a:pPr indent="0" lvl="0" marL="0" rtl="0" algn="l">
              <a:spcBef>
                <a:spcPts val="0"/>
              </a:spcBef>
              <a:spcAft>
                <a:spcPts val="0"/>
              </a:spcAft>
              <a:buNone/>
            </a:pPr>
            <a:r>
              <a:rPr lang="en" sz="717">
                <a:solidFill>
                  <a:srgbClr val="FFFF00"/>
                </a:solidFill>
              </a:rPr>
              <a:t>The final, trained model deployed as a simple web application using Dash.</a:t>
            </a:r>
            <a:r>
              <a:rPr lang="en" sz="717"/>
              <a:t> The steps are as follows: 1. Save the trained scikit-learn model as a pickle file. 2. Create a Dash web app that loads the model. 3. Build a simple HTML interface where a user can input ride details (e.g., pickup point, time) and receive a cancellation prediction. </a:t>
            </a:r>
            <a:endParaRPr sz="717"/>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9"/>
          <p:cNvSpPr/>
          <p:nvPr/>
        </p:nvSpPr>
        <p:spPr>
          <a:xfrm>
            <a:off x="1036350" y="1138629"/>
            <a:ext cx="4053900" cy="3773700"/>
          </a:xfrm>
          <a:prstGeom prst="snip2DiagRect">
            <a:avLst>
              <a:gd fmla="val 0" name="adj1"/>
              <a:gd fmla="val 16667" name="adj2"/>
            </a:avLst>
          </a:prstGeom>
          <a:solidFill>
            <a:schemeClr val="dk1"/>
          </a:solidFill>
          <a:ln cap="flat" cmpd="sng" w="9525">
            <a:solidFill>
              <a:schemeClr val="accent5"/>
            </a:solidFill>
            <a:prstDash val="solid"/>
            <a:round/>
            <a:headEnd len="sm" w="sm" type="none"/>
            <a:tailEnd len="sm" w="sm" type="none"/>
          </a:ln>
        </p:spPr>
        <p:txBody>
          <a:bodyPr anchorCtr="0" anchor="t" bIns="130750" lIns="130750" spcFirstLastPara="1" rIns="130750" wrap="square" tIns="130750">
            <a:noAutofit/>
          </a:bodyPr>
          <a:lstStyle/>
          <a:p>
            <a:pPr indent="0" lvl="0" marL="0" marR="3860" rtl="0" algn="l">
              <a:lnSpc>
                <a:spcPct val="115000"/>
              </a:lnSpc>
              <a:spcBef>
                <a:spcPts val="0"/>
              </a:spcBef>
              <a:spcAft>
                <a:spcPts val="0"/>
              </a:spcAft>
              <a:buNone/>
            </a:pPr>
            <a:r>
              <a:t/>
            </a:r>
            <a:endParaRPr sz="2002">
              <a:solidFill>
                <a:schemeClr val="lt1"/>
              </a:solidFill>
            </a:endParaRPr>
          </a:p>
        </p:txBody>
      </p:sp>
      <p:cxnSp>
        <p:nvCxnSpPr>
          <p:cNvPr id="642" name="Google Shape;642;p49"/>
          <p:cNvCxnSpPr/>
          <p:nvPr/>
        </p:nvCxnSpPr>
        <p:spPr>
          <a:xfrm>
            <a:off x="1040400" y="2081889"/>
            <a:ext cx="4045800" cy="0"/>
          </a:xfrm>
          <a:prstGeom prst="straightConnector1">
            <a:avLst/>
          </a:prstGeom>
          <a:noFill/>
          <a:ln cap="flat" cmpd="sng" w="9525">
            <a:solidFill>
              <a:schemeClr val="accent5"/>
            </a:solidFill>
            <a:prstDash val="solid"/>
            <a:round/>
            <a:headEnd len="sm" w="sm" type="none"/>
            <a:tailEnd len="sm" w="sm" type="none"/>
          </a:ln>
        </p:spPr>
      </p:cxnSp>
      <p:sp>
        <p:nvSpPr>
          <p:cNvPr id="643" name="Google Shape;643;p49"/>
          <p:cNvSpPr txBox="1"/>
          <p:nvPr>
            <p:ph type="title"/>
          </p:nvPr>
        </p:nvSpPr>
        <p:spPr>
          <a:xfrm>
            <a:off x="228600" y="226342"/>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How it works</a:t>
            </a:r>
            <a:endParaRPr/>
          </a:p>
        </p:txBody>
      </p:sp>
      <p:sp>
        <p:nvSpPr>
          <p:cNvPr id="644" name="Google Shape;644;p49"/>
          <p:cNvSpPr txBox="1"/>
          <p:nvPr>
            <p:ph idx="1" type="subTitle"/>
          </p:nvPr>
        </p:nvSpPr>
        <p:spPr>
          <a:xfrm>
            <a:off x="1400862" y="1445501"/>
            <a:ext cx="3324900" cy="423600"/>
          </a:xfrm>
          <a:prstGeom prst="rect">
            <a:avLst/>
          </a:prstGeom>
        </p:spPr>
        <p:txBody>
          <a:bodyPr anchorCtr="0" anchor="t" bIns="130750" lIns="130750" spcFirstLastPara="1" rIns="130750" wrap="square" tIns="130750">
            <a:noAutofit/>
          </a:bodyPr>
          <a:lstStyle/>
          <a:p>
            <a:pPr indent="0" lvl="0" marL="0" rtl="0" algn="just">
              <a:lnSpc>
                <a:spcPct val="150000"/>
              </a:lnSpc>
              <a:spcBef>
                <a:spcPts val="1716"/>
              </a:spcBef>
              <a:spcAft>
                <a:spcPts val="1716"/>
              </a:spcAft>
              <a:buNone/>
            </a:pPr>
            <a:r>
              <a:rPr b="1" lang="en" sz="2002">
                <a:latin typeface="Times New Roman"/>
                <a:ea typeface="Times New Roman"/>
                <a:cs typeface="Times New Roman"/>
                <a:sym typeface="Times New Roman"/>
              </a:rPr>
              <a:t>Model Families Trained</a:t>
            </a:r>
            <a:endParaRPr sz="1430">
              <a:latin typeface="Times New Roman"/>
              <a:ea typeface="Times New Roman"/>
              <a:cs typeface="Times New Roman"/>
              <a:sym typeface="Times New Roman"/>
            </a:endParaRPr>
          </a:p>
        </p:txBody>
      </p:sp>
      <p:sp>
        <p:nvSpPr>
          <p:cNvPr id="645" name="Google Shape;645;p49"/>
          <p:cNvSpPr txBox="1"/>
          <p:nvPr>
            <p:ph idx="2" type="subTitle"/>
          </p:nvPr>
        </p:nvSpPr>
        <p:spPr>
          <a:xfrm>
            <a:off x="1294050" y="2432900"/>
            <a:ext cx="3458400" cy="2148000"/>
          </a:xfrm>
          <a:prstGeom prst="rect">
            <a:avLst/>
          </a:prstGeom>
        </p:spPr>
        <p:txBody>
          <a:bodyPr anchorCtr="0" anchor="t" bIns="91425" lIns="0" spcFirstLastPara="1" rIns="91425" wrap="square" tIns="0">
            <a:noAutofit/>
          </a:bodyPr>
          <a:lstStyle/>
          <a:p>
            <a:pPr indent="0" lvl="0" marL="192024" rtl="0" algn="l">
              <a:lnSpc>
                <a:spcPct val="115000"/>
              </a:lnSpc>
              <a:spcBef>
                <a:spcPts val="0"/>
              </a:spcBef>
              <a:spcAft>
                <a:spcPts val="1200"/>
              </a:spcAft>
              <a:buNone/>
            </a:pPr>
            <a:r>
              <a:rPr lang="en" sz="1200">
                <a:solidFill>
                  <a:srgbClr val="FFFF00"/>
                </a:solidFill>
              </a:rPr>
              <a:t>We primarily worked on two machine learning model families, Random Forest and XGBoost</a:t>
            </a:r>
            <a:r>
              <a:rPr lang="en" sz="1200"/>
              <a:t>. They are the </a:t>
            </a:r>
            <a:r>
              <a:rPr lang="en" sz="1200">
                <a:solidFill>
                  <a:srgbClr val="FFFF00"/>
                </a:solidFill>
              </a:rPr>
              <a:t>industry standard for tabular data of sizes where we exceed a few hundred rows. </a:t>
            </a:r>
            <a:r>
              <a:rPr lang="en" sz="1200"/>
              <a:t>Similarly Gradient Boosting Machines like XGBoost are the undisputed state of the art for these types of problems and often outperform  Neural Networks (Deep Learning) on this type of structured data.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grpSp>
        <p:nvGrpSpPr>
          <p:cNvPr id="650" name="Google Shape;650;p50"/>
          <p:cNvGrpSpPr/>
          <p:nvPr/>
        </p:nvGrpSpPr>
        <p:grpSpPr>
          <a:xfrm flipH="1">
            <a:off x="7231564" y="79814"/>
            <a:ext cx="1831025" cy="1512212"/>
            <a:chOff x="7084364" y="227014"/>
            <a:chExt cx="1831025" cy="1512212"/>
          </a:xfrm>
        </p:grpSpPr>
        <p:sp>
          <p:nvSpPr>
            <p:cNvPr id="651" name="Google Shape;651;p50"/>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2" name="Google Shape;652;p50"/>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3" name="Google Shape;653;p50"/>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4" name="Google Shape;654;p50"/>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5" name="Google Shape;655;p50"/>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6" name="Google Shape;656;p50"/>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7" name="Google Shape;657;p50"/>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8" name="Google Shape;658;p50"/>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59" name="Google Shape;659;p50"/>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0" name="Google Shape;660;p50"/>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1" name="Google Shape;661;p50"/>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2" name="Google Shape;662;p50"/>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3" name="Google Shape;663;p50"/>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4" name="Google Shape;664;p50"/>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5" name="Google Shape;665;p50"/>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6" name="Google Shape;666;p50"/>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7" name="Google Shape;667;p50"/>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8" name="Google Shape;668;p50"/>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69" name="Google Shape;669;p50"/>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0" name="Google Shape;670;p50"/>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1" name="Google Shape;671;p50"/>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2" name="Google Shape;672;p50"/>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3" name="Google Shape;673;p50"/>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74" name="Google Shape;674;p50"/>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675" name="Google Shape;675;p50"/>
          <p:cNvSpPr txBox="1"/>
          <p:nvPr>
            <p:ph type="title"/>
          </p:nvPr>
        </p:nvSpPr>
        <p:spPr>
          <a:xfrm>
            <a:off x="275550" y="292225"/>
            <a:ext cx="4296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Trained Model - Classification Report </a:t>
            </a:r>
            <a:endParaRPr/>
          </a:p>
        </p:txBody>
      </p:sp>
      <p:graphicFrame>
        <p:nvGraphicFramePr>
          <p:cNvPr id="676" name="Google Shape;676;p50"/>
          <p:cNvGraphicFramePr/>
          <p:nvPr/>
        </p:nvGraphicFramePr>
        <p:xfrm>
          <a:off x="3154638" y="2857500"/>
          <a:ext cx="3000000" cy="3000000"/>
        </p:xfrm>
        <a:graphic>
          <a:graphicData uri="http://schemas.openxmlformats.org/drawingml/2006/table">
            <a:tbl>
              <a:tblPr>
                <a:noFill/>
                <a:tableStyleId>{AF0432A0-A494-4F5C-96F8-99EBDAA14921}</a:tableStyleId>
              </a:tblPr>
              <a:tblGrid>
                <a:gridCol w="1188725"/>
                <a:gridCol w="1188725"/>
                <a:gridCol w="1188725"/>
                <a:gridCol w="1188725"/>
                <a:gridCol w="1188725"/>
              </a:tblGrid>
              <a:tr h="274325">
                <a:tc>
                  <a:txBody>
                    <a:bodyPr/>
                    <a:lstStyle/>
                    <a:p>
                      <a:pPr indent="0" lvl="0" marL="0" rtl="0" algn="l">
                        <a:lnSpc>
                          <a:spcPct val="150000"/>
                        </a:lnSpc>
                        <a:spcBef>
                          <a:spcPts val="0"/>
                        </a:spcBef>
                        <a:spcAft>
                          <a:spcPts val="400"/>
                        </a:spcAft>
                        <a:buNone/>
                      </a:pPr>
                      <a:r>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precision </a:t>
                      </a:r>
                      <a:endParaRPr b="1" sz="13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recall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f1-score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0"/>
                        </a:spcAft>
                        <a:buNone/>
                      </a:pPr>
                      <a:r>
                        <a:rPr b="1" lang="en" sz="1300"/>
                        <a:t>support</a:t>
                      </a:r>
                      <a:endParaRPr b="1" sz="1300"/>
                    </a:p>
                    <a:p>
                      <a:pPr indent="0" lvl="0" marL="0" rtl="0" algn="ctr">
                        <a:spcBef>
                          <a:spcPts val="400"/>
                        </a:spcBef>
                        <a:spcAft>
                          <a:spcPts val="0"/>
                        </a:spcAft>
                        <a:buNone/>
                      </a:pPr>
                      <a:r>
                        <a:t/>
                      </a:r>
                      <a:endParaRPr sz="11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r>
              <a:tr h="274325">
                <a:tc>
                  <a:txBody>
                    <a:bodyPr/>
                    <a:lstStyle/>
                    <a:p>
                      <a:pPr indent="0" lvl="0" marL="0" rtl="0" algn="l">
                        <a:lnSpc>
                          <a:spcPct val="150000"/>
                        </a:lnSpc>
                        <a:spcBef>
                          <a:spcPts val="0"/>
                        </a:spcBef>
                        <a:spcAft>
                          <a:spcPts val="400"/>
                        </a:spcAft>
                        <a:buNone/>
                      </a:pPr>
                      <a:r>
                        <a:rPr b="1" lang="en" sz="1300">
                          <a:solidFill>
                            <a:schemeClr val="lt1"/>
                          </a:solidFill>
                        </a:rPr>
                        <a:t> 0</a:t>
                      </a:r>
                      <a:endParaRPr>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1.00</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0.99 </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18587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l">
                        <a:lnSpc>
                          <a:spcPct val="150000"/>
                        </a:lnSpc>
                        <a:spcBef>
                          <a:spcPts val="0"/>
                        </a:spcBef>
                        <a:spcAft>
                          <a:spcPts val="400"/>
                        </a:spcAft>
                        <a:buNone/>
                      </a:pPr>
                      <a:r>
                        <a:rPr b="1" lang="en" sz="1300">
                          <a:solidFill>
                            <a:schemeClr val="lt1"/>
                          </a:solidFill>
                        </a:rPr>
                        <a:t> 1</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0.99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0.30</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460</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l">
                        <a:lnSpc>
                          <a:spcPct val="150000"/>
                        </a:lnSpc>
                        <a:spcBef>
                          <a:spcPts val="0"/>
                        </a:spcBef>
                        <a:spcAft>
                          <a:spcPts val="400"/>
                        </a:spcAft>
                        <a:buNone/>
                      </a:pPr>
                      <a:r>
                        <a:rPr b="1" lang="en" sz="1300">
                          <a:solidFill>
                            <a:schemeClr val="lt1"/>
                          </a:solidFill>
                        </a:rPr>
                        <a:t>accuracy   </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l">
                        <a:lnSpc>
                          <a:spcPct val="150000"/>
                        </a:lnSpc>
                        <a:spcBef>
                          <a:spcPts val="0"/>
                        </a:spcBef>
                        <a:spcAft>
                          <a:spcPts val="400"/>
                        </a:spcAft>
                        <a:buNone/>
                      </a:pPr>
                      <a:r>
                        <a:rPr b="1" lang="en" sz="1300">
                          <a:solidFill>
                            <a:schemeClr val="lt1"/>
                          </a:solidFill>
                        </a:rPr>
                        <a:t>macro avg</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0.99</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0.65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0.74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45100">
                <a:tc>
                  <a:txBody>
                    <a:bodyPr/>
                    <a:lstStyle/>
                    <a:p>
                      <a:pPr indent="0" lvl="0" marL="0" rtl="0" algn="l">
                        <a:lnSpc>
                          <a:spcPct val="150000"/>
                        </a:lnSpc>
                        <a:spcBef>
                          <a:spcPts val="0"/>
                        </a:spcBef>
                        <a:spcAft>
                          <a:spcPts val="400"/>
                        </a:spcAft>
                        <a:buNone/>
                      </a:pPr>
                      <a:r>
                        <a:rPr b="1" lang="en" sz="1300">
                          <a:solidFill>
                            <a:schemeClr val="lt1"/>
                          </a:solidFill>
                        </a:rPr>
                        <a:t>weighted avg</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677" name="Google Shape;677;p50"/>
          <p:cNvSpPr txBox="1"/>
          <p:nvPr>
            <p:ph type="title"/>
          </p:nvPr>
        </p:nvSpPr>
        <p:spPr>
          <a:xfrm>
            <a:off x="275550" y="1072075"/>
            <a:ext cx="5351400" cy="400200"/>
          </a:xfrm>
          <a:prstGeom prst="rect">
            <a:avLst/>
          </a:prstGeom>
        </p:spPr>
        <p:txBody>
          <a:bodyPr anchorCtr="0" anchor="t" bIns="91425" lIns="0" spcFirstLastPara="1" rIns="91425" wrap="square" tIns="91425">
            <a:spAutoFit/>
          </a:bodyPr>
          <a:lstStyle/>
          <a:p>
            <a:pPr indent="0" lvl="0" marL="0" rtl="0" algn="l">
              <a:lnSpc>
                <a:spcPct val="150000"/>
              </a:lnSpc>
              <a:spcBef>
                <a:spcPts val="0"/>
              </a:spcBef>
              <a:spcAft>
                <a:spcPts val="400"/>
              </a:spcAft>
              <a:buNone/>
            </a:pPr>
            <a:r>
              <a:rPr b="1" lang="en" sz="1400">
                <a:solidFill>
                  <a:schemeClr val="lt1"/>
                </a:solidFill>
              </a:rPr>
              <a:t>Model 1:  Uns</a:t>
            </a:r>
            <a:r>
              <a:rPr b="1" lang="en" sz="1400">
                <a:solidFill>
                  <a:schemeClr val="lt1"/>
                </a:solidFill>
              </a:rPr>
              <a:t>tratified</a:t>
            </a:r>
            <a:r>
              <a:rPr b="1" lang="en" sz="1400">
                <a:solidFill>
                  <a:schemeClr val="lt1"/>
                </a:solidFill>
              </a:rPr>
              <a:t> Random Forest Without SMOTE </a:t>
            </a:r>
            <a:endParaRPr sz="1400">
              <a:solidFill>
                <a:schemeClr val="lt1"/>
              </a:solidFill>
            </a:endParaRPr>
          </a:p>
        </p:txBody>
      </p:sp>
      <p:pic>
        <p:nvPicPr>
          <p:cNvPr id="678" name="Google Shape;678;p50"/>
          <p:cNvPicPr preferRelativeResize="0"/>
          <p:nvPr/>
        </p:nvPicPr>
        <p:blipFill>
          <a:blip r:embed="rId3">
            <a:alphaModFix/>
          </a:blip>
          <a:stretch>
            <a:fillRect/>
          </a:stretch>
        </p:blipFill>
        <p:spPr>
          <a:xfrm>
            <a:off x="282000" y="1472275"/>
            <a:ext cx="4397850" cy="1280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grpSp>
        <p:nvGrpSpPr>
          <p:cNvPr id="683" name="Google Shape;683;p51"/>
          <p:cNvGrpSpPr/>
          <p:nvPr/>
        </p:nvGrpSpPr>
        <p:grpSpPr>
          <a:xfrm flipH="1">
            <a:off x="7231564" y="79814"/>
            <a:ext cx="1831025" cy="1512212"/>
            <a:chOff x="7084364" y="227014"/>
            <a:chExt cx="1831025" cy="1512212"/>
          </a:xfrm>
        </p:grpSpPr>
        <p:sp>
          <p:nvSpPr>
            <p:cNvPr id="684" name="Google Shape;684;p51"/>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5" name="Google Shape;685;p51"/>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6" name="Google Shape;686;p51"/>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7" name="Google Shape;687;p51"/>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8" name="Google Shape;688;p51"/>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89" name="Google Shape;689;p51"/>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0" name="Google Shape;690;p51"/>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1" name="Google Shape;691;p51"/>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2" name="Google Shape;692;p51"/>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3" name="Google Shape;693;p51"/>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4" name="Google Shape;694;p51"/>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5" name="Google Shape;695;p51"/>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6" name="Google Shape;696;p51"/>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7" name="Google Shape;697;p51"/>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8" name="Google Shape;698;p51"/>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699" name="Google Shape;699;p51"/>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0" name="Google Shape;700;p51"/>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1" name="Google Shape;701;p51"/>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2" name="Google Shape;702;p51"/>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3" name="Google Shape;703;p51"/>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4" name="Google Shape;704;p51"/>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5" name="Google Shape;705;p51"/>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6" name="Google Shape;706;p51"/>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07" name="Google Shape;707;p51"/>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708" name="Google Shape;708;p51"/>
          <p:cNvSpPr txBox="1"/>
          <p:nvPr>
            <p:ph type="title"/>
          </p:nvPr>
        </p:nvSpPr>
        <p:spPr>
          <a:xfrm>
            <a:off x="275550" y="292225"/>
            <a:ext cx="4296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Trained Model - Classification Report </a:t>
            </a:r>
            <a:endParaRPr/>
          </a:p>
        </p:txBody>
      </p:sp>
      <p:graphicFrame>
        <p:nvGraphicFramePr>
          <p:cNvPr id="709" name="Google Shape;709;p51"/>
          <p:cNvGraphicFramePr/>
          <p:nvPr/>
        </p:nvGraphicFramePr>
        <p:xfrm>
          <a:off x="3108875" y="2857500"/>
          <a:ext cx="3000000" cy="3000000"/>
        </p:xfrm>
        <a:graphic>
          <a:graphicData uri="http://schemas.openxmlformats.org/drawingml/2006/table">
            <a:tbl>
              <a:tblPr>
                <a:noFill/>
                <a:tableStyleId>{AF0432A0-A494-4F5C-96F8-99EBDAA14921}</a:tableStyleId>
              </a:tblPr>
              <a:tblGrid>
                <a:gridCol w="1188725"/>
                <a:gridCol w="1188725"/>
                <a:gridCol w="1188725"/>
                <a:gridCol w="1188725"/>
                <a:gridCol w="1188725"/>
              </a:tblGrid>
              <a:tr h="274325">
                <a:tc>
                  <a:txBody>
                    <a:bodyPr/>
                    <a:lstStyle/>
                    <a:p>
                      <a:pPr indent="0" lvl="0" marL="0" rtl="0" algn="l">
                        <a:lnSpc>
                          <a:spcPct val="150000"/>
                        </a:lnSpc>
                        <a:spcBef>
                          <a:spcPts val="0"/>
                        </a:spcBef>
                        <a:spcAft>
                          <a:spcPts val="400"/>
                        </a:spcAft>
                        <a:buNone/>
                      </a:pPr>
                      <a:r>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precision </a:t>
                      </a:r>
                      <a:endParaRPr b="1" sz="13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recall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f1-score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0"/>
                        </a:spcAft>
                        <a:buNone/>
                      </a:pPr>
                      <a:r>
                        <a:rPr b="1" lang="en" sz="1300"/>
                        <a:t>support</a:t>
                      </a:r>
                      <a:endParaRPr b="1" sz="1300"/>
                    </a:p>
                    <a:p>
                      <a:pPr indent="0" lvl="0" marL="0" rtl="0" algn="ctr">
                        <a:spcBef>
                          <a:spcPts val="400"/>
                        </a:spcBef>
                        <a:spcAft>
                          <a:spcPts val="0"/>
                        </a:spcAft>
                        <a:buNone/>
                      </a:pPr>
                      <a:r>
                        <a:t/>
                      </a:r>
                      <a:endParaRPr sz="11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r>
              <a:tr h="274325">
                <a:tc>
                  <a:txBody>
                    <a:bodyPr/>
                    <a:lstStyle/>
                    <a:p>
                      <a:pPr indent="0" lvl="0" marL="0" rtl="0" algn="l">
                        <a:lnSpc>
                          <a:spcPct val="150000"/>
                        </a:lnSpc>
                        <a:spcBef>
                          <a:spcPts val="0"/>
                        </a:spcBef>
                        <a:spcAft>
                          <a:spcPts val="400"/>
                        </a:spcAft>
                        <a:buNone/>
                      </a:pPr>
                      <a:r>
                        <a:rPr b="1" lang="en" sz="1300">
                          <a:solidFill>
                            <a:schemeClr val="lt1"/>
                          </a:solidFill>
                        </a:rPr>
                        <a:t> 0</a:t>
                      </a:r>
                      <a:endParaRPr>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1.00</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0.99 </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18600</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l">
                        <a:lnSpc>
                          <a:spcPct val="150000"/>
                        </a:lnSpc>
                        <a:spcBef>
                          <a:spcPts val="0"/>
                        </a:spcBef>
                        <a:spcAft>
                          <a:spcPts val="400"/>
                        </a:spcAft>
                        <a:buNone/>
                      </a:pPr>
                      <a:r>
                        <a:rPr b="1" lang="en" sz="1300">
                          <a:solidFill>
                            <a:schemeClr val="lt1"/>
                          </a:solidFill>
                        </a:rPr>
                        <a:t> 1</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a:t>
                      </a:r>
                      <a:r>
                        <a:rPr lang="en" sz="1300">
                          <a:solidFill>
                            <a:schemeClr val="lt1"/>
                          </a:solidFill>
                        </a:rPr>
                        <a:t>1</a:t>
                      </a:r>
                      <a:r>
                        <a:rPr lang="en" sz="1300">
                          <a:solidFill>
                            <a:schemeClr val="lt1"/>
                          </a:solidFill>
                        </a:rPr>
                        <a:t>.00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0.32</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0.48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447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l">
                        <a:lnSpc>
                          <a:spcPct val="150000"/>
                        </a:lnSpc>
                        <a:spcBef>
                          <a:spcPts val="0"/>
                        </a:spcBef>
                        <a:spcAft>
                          <a:spcPts val="400"/>
                        </a:spcAft>
                        <a:buNone/>
                      </a:pPr>
                      <a:r>
                        <a:rPr b="1" lang="en" sz="1300">
                          <a:solidFill>
                            <a:schemeClr val="lt1"/>
                          </a:solidFill>
                        </a:rPr>
                        <a:t>accuracy   </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l">
                        <a:lnSpc>
                          <a:spcPct val="150000"/>
                        </a:lnSpc>
                        <a:spcBef>
                          <a:spcPts val="0"/>
                        </a:spcBef>
                        <a:spcAft>
                          <a:spcPts val="400"/>
                        </a:spcAft>
                        <a:buNone/>
                      </a:pPr>
                      <a:r>
                        <a:rPr b="1" lang="en" sz="1300">
                          <a:solidFill>
                            <a:schemeClr val="lt1"/>
                          </a:solidFill>
                        </a:rPr>
                        <a:t>macro avg</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0.99</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0.66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0.74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345100">
                <a:tc>
                  <a:txBody>
                    <a:bodyPr/>
                    <a:lstStyle/>
                    <a:p>
                      <a:pPr indent="0" lvl="0" marL="0" rtl="0" algn="l">
                        <a:lnSpc>
                          <a:spcPct val="150000"/>
                        </a:lnSpc>
                        <a:spcBef>
                          <a:spcPts val="0"/>
                        </a:spcBef>
                        <a:spcAft>
                          <a:spcPts val="400"/>
                        </a:spcAft>
                        <a:buNone/>
                      </a:pPr>
                      <a:r>
                        <a:rPr b="1" lang="en" sz="1300">
                          <a:solidFill>
                            <a:schemeClr val="lt1"/>
                          </a:solidFill>
                        </a:rPr>
                        <a:t>weighted avg</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
        <p:nvSpPr>
          <p:cNvPr id="710" name="Google Shape;710;p51"/>
          <p:cNvSpPr txBox="1"/>
          <p:nvPr>
            <p:ph type="title"/>
          </p:nvPr>
        </p:nvSpPr>
        <p:spPr>
          <a:xfrm>
            <a:off x="275550" y="804725"/>
            <a:ext cx="5094600" cy="400200"/>
          </a:xfrm>
          <a:prstGeom prst="rect">
            <a:avLst/>
          </a:prstGeom>
        </p:spPr>
        <p:txBody>
          <a:bodyPr anchorCtr="0" anchor="t" bIns="91425" lIns="0" spcFirstLastPara="1" rIns="91425" wrap="square" tIns="91425">
            <a:spAutoFit/>
          </a:bodyPr>
          <a:lstStyle/>
          <a:p>
            <a:pPr indent="0" lvl="0" marL="0" rtl="0" algn="l">
              <a:lnSpc>
                <a:spcPct val="150000"/>
              </a:lnSpc>
              <a:spcBef>
                <a:spcPts val="0"/>
              </a:spcBef>
              <a:spcAft>
                <a:spcPts val="400"/>
              </a:spcAft>
              <a:buNone/>
            </a:pPr>
            <a:r>
              <a:rPr b="1" lang="en" sz="1400">
                <a:solidFill>
                  <a:schemeClr val="lt1"/>
                </a:solidFill>
              </a:rPr>
              <a:t>Model </a:t>
            </a:r>
            <a:r>
              <a:rPr b="1" lang="en" sz="1400">
                <a:solidFill>
                  <a:schemeClr val="lt1"/>
                </a:solidFill>
              </a:rPr>
              <a:t>2</a:t>
            </a:r>
            <a:r>
              <a:rPr b="1" lang="en" sz="1400">
                <a:solidFill>
                  <a:schemeClr val="lt1"/>
                </a:solidFill>
              </a:rPr>
              <a:t>: </a:t>
            </a:r>
            <a:r>
              <a:rPr b="1" lang="en" sz="1400">
                <a:solidFill>
                  <a:schemeClr val="lt1"/>
                </a:solidFill>
              </a:rPr>
              <a:t>Stratified K-Fold Random Forest Without SMOTE</a:t>
            </a:r>
            <a:endParaRPr sz="1400">
              <a:solidFill>
                <a:schemeClr val="lt1"/>
              </a:solidFill>
            </a:endParaRPr>
          </a:p>
        </p:txBody>
      </p:sp>
      <p:pic>
        <p:nvPicPr>
          <p:cNvPr id="711" name="Google Shape;711;p51"/>
          <p:cNvPicPr preferRelativeResize="0"/>
          <p:nvPr/>
        </p:nvPicPr>
        <p:blipFill>
          <a:blip r:embed="rId3">
            <a:alphaModFix/>
          </a:blip>
          <a:stretch>
            <a:fillRect/>
          </a:stretch>
        </p:blipFill>
        <p:spPr>
          <a:xfrm>
            <a:off x="181645" y="1120825"/>
            <a:ext cx="4296299" cy="159784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grpSp>
        <p:nvGrpSpPr>
          <p:cNvPr id="716" name="Google Shape;716;p52"/>
          <p:cNvGrpSpPr/>
          <p:nvPr/>
        </p:nvGrpSpPr>
        <p:grpSpPr>
          <a:xfrm flipH="1">
            <a:off x="7231564" y="79814"/>
            <a:ext cx="1831025" cy="1512212"/>
            <a:chOff x="7084364" y="227014"/>
            <a:chExt cx="1831025" cy="1512212"/>
          </a:xfrm>
        </p:grpSpPr>
        <p:sp>
          <p:nvSpPr>
            <p:cNvPr id="717" name="Google Shape;717;p52"/>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8" name="Google Shape;718;p52"/>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19" name="Google Shape;719;p52"/>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0" name="Google Shape;720;p52"/>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1" name="Google Shape;721;p52"/>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2" name="Google Shape;722;p52"/>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3" name="Google Shape;723;p52"/>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4" name="Google Shape;724;p52"/>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5" name="Google Shape;725;p52"/>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6" name="Google Shape;726;p52"/>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7" name="Google Shape;727;p52"/>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8" name="Google Shape;728;p52"/>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29" name="Google Shape;729;p52"/>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0" name="Google Shape;730;p52"/>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1" name="Google Shape;731;p52"/>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2" name="Google Shape;732;p52"/>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3" name="Google Shape;733;p52"/>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4" name="Google Shape;734;p52"/>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5" name="Google Shape;735;p52"/>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6" name="Google Shape;736;p52"/>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7" name="Google Shape;737;p52"/>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8" name="Google Shape;738;p52"/>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39" name="Google Shape;739;p52"/>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40" name="Google Shape;740;p52"/>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741" name="Google Shape;741;p52"/>
          <p:cNvSpPr txBox="1"/>
          <p:nvPr>
            <p:ph type="title"/>
          </p:nvPr>
        </p:nvSpPr>
        <p:spPr>
          <a:xfrm>
            <a:off x="275550" y="292225"/>
            <a:ext cx="4296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Trained Model - Classification Report </a:t>
            </a:r>
            <a:endParaRPr/>
          </a:p>
        </p:txBody>
      </p:sp>
      <p:sp>
        <p:nvSpPr>
          <p:cNvPr id="742" name="Google Shape;742;p52"/>
          <p:cNvSpPr txBox="1"/>
          <p:nvPr>
            <p:ph type="title"/>
          </p:nvPr>
        </p:nvSpPr>
        <p:spPr>
          <a:xfrm>
            <a:off x="275550" y="753925"/>
            <a:ext cx="4296300" cy="400200"/>
          </a:xfrm>
          <a:prstGeom prst="rect">
            <a:avLst/>
          </a:prstGeom>
        </p:spPr>
        <p:txBody>
          <a:bodyPr anchorCtr="0" anchor="t" bIns="91425" lIns="0" spcFirstLastPara="1" rIns="91425" wrap="square" tIns="91425">
            <a:spAutoFit/>
          </a:bodyPr>
          <a:lstStyle/>
          <a:p>
            <a:pPr indent="0" lvl="0" marL="0" rtl="0" algn="l">
              <a:lnSpc>
                <a:spcPct val="150000"/>
              </a:lnSpc>
              <a:spcBef>
                <a:spcPts val="0"/>
              </a:spcBef>
              <a:spcAft>
                <a:spcPts val="400"/>
              </a:spcAft>
              <a:buNone/>
            </a:pPr>
            <a:r>
              <a:rPr b="1" lang="en" sz="1400">
                <a:solidFill>
                  <a:schemeClr val="lt1"/>
                </a:solidFill>
              </a:rPr>
              <a:t>Model 3: Unstratified Random Forest With SMOTE </a:t>
            </a:r>
            <a:endParaRPr b="1" sz="1400">
              <a:solidFill>
                <a:schemeClr val="lt1"/>
              </a:solidFill>
            </a:endParaRPr>
          </a:p>
        </p:txBody>
      </p:sp>
      <p:graphicFrame>
        <p:nvGraphicFramePr>
          <p:cNvPr id="743" name="Google Shape;743;p52"/>
          <p:cNvGraphicFramePr/>
          <p:nvPr/>
        </p:nvGraphicFramePr>
        <p:xfrm>
          <a:off x="3143944" y="2857500"/>
          <a:ext cx="3000000" cy="3000000"/>
        </p:xfrm>
        <a:graphic>
          <a:graphicData uri="http://schemas.openxmlformats.org/drawingml/2006/table">
            <a:tbl>
              <a:tblPr>
                <a:noFill/>
                <a:tableStyleId>{AF0432A0-A494-4F5C-96F8-99EBDAA14921}</a:tableStyleId>
              </a:tblPr>
              <a:tblGrid>
                <a:gridCol w="1188725"/>
                <a:gridCol w="1188725"/>
                <a:gridCol w="1188725"/>
                <a:gridCol w="1188725"/>
                <a:gridCol w="1188725"/>
              </a:tblGrid>
              <a:tr h="274325">
                <a:tc>
                  <a:txBody>
                    <a:bodyPr/>
                    <a:lstStyle/>
                    <a:p>
                      <a:pPr indent="0" lvl="0" marL="0" rtl="0" algn="l">
                        <a:lnSpc>
                          <a:spcPct val="150000"/>
                        </a:lnSpc>
                        <a:spcBef>
                          <a:spcPts val="0"/>
                        </a:spcBef>
                        <a:spcAft>
                          <a:spcPts val="400"/>
                        </a:spcAft>
                        <a:buNone/>
                      </a:pPr>
                      <a:r>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precision </a:t>
                      </a:r>
                      <a:endParaRPr b="1" sz="13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recall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f1-score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0"/>
                        </a:spcAft>
                        <a:buNone/>
                      </a:pPr>
                      <a:r>
                        <a:rPr b="1" lang="en" sz="1300"/>
                        <a:t>support</a:t>
                      </a:r>
                      <a:endParaRPr b="1" sz="1300"/>
                    </a:p>
                    <a:p>
                      <a:pPr indent="0" lvl="0" marL="0" rtl="0" algn="ctr">
                        <a:spcBef>
                          <a:spcPts val="400"/>
                        </a:spcBef>
                        <a:spcAft>
                          <a:spcPts val="0"/>
                        </a:spcAft>
                        <a:buNone/>
                      </a:pPr>
                      <a:r>
                        <a:t/>
                      </a:r>
                      <a:endParaRPr sz="11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r>
              <a:tr h="274325">
                <a:tc>
                  <a:txBody>
                    <a:bodyPr/>
                    <a:lstStyle/>
                    <a:p>
                      <a:pPr indent="0" lvl="0" marL="0" rtl="0" algn="just">
                        <a:lnSpc>
                          <a:spcPct val="150000"/>
                        </a:lnSpc>
                        <a:spcBef>
                          <a:spcPts val="0"/>
                        </a:spcBef>
                        <a:spcAft>
                          <a:spcPts val="400"/>
                        </a:spcAft>
                        <a:buNone/>
                      </a:pPr>
                      <a:r>
                        <a:rPr b="1" lang="en" sz="1300">
                          <a:solidFill>
                            <a:schemeClr val="lt1"/>
                          </a:solidFill>
                        </a:rPr>
                        <a:t>  0</a:t>
                      </a:r>
                      <a:endParaRPr>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1.00</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0.99 </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18587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just">
                        <a:lnSpc>
                          <a:spcPct val="150000"/>
                        </a:lnSpc>
                        <a:spcBef>
                          <a:spcPts val="0"/>
                        </a:spcBef>
                        <a:spcAft>
                          <a:spcPts val="400"/>
                        </a:spcAft>
                        <a:buNone/>
                      </a:pPr>
                      <a:r>
                        <a:rPr b="1" lang="en" sz="1300">
                          <a:solidFill>
                            <a:schemeClr val="lt1"/>
                          </a:solidFill>
                        </a:rPr>
                        <a:t>  1</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0.99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0.31</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460</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just">
                        <a:lnSpc>
                          <a:spcPct val="150000"/>
                        </a:lnSpc>
                        <a:spcBef>
                          <a:spcPts val="0"/>
                        </a:spcBef>
                        <a:spcAft>
                          <a:spcPts val="400"/>
                        </a:spcAft>
                        <a:buNone/>
                      </a:pPr>
                      <a:r>
                        <a:rPr b="1" lang="en" sz="1300">
                          <a:solidFill>
                            <a:schemeClr val="lt1"/>
                          </a:solidFill>
                        </a:rPr>
                        <a:t> accuracy   </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just">
                        <a:lnSpc>
                          <a:spcPct val="150000"/>
                        </a:lnSpc>
                        <a:spcBef>
                          <a:spcPts val="0"/>
                        </a:spcBef>
                        <a:spcAft>
                          <a:spcPts val="400"/>
                        </a:spcAft>
                        <a:buNone/>
                      </a:pPr>
                      <a:r>
                        <a:rPr b="1" lang="en" sz="1300">
                          <a:solidFill>
                            <a:schemeClr val="lt1"/>
                          </a:solidFill>
                        </a:rPr>
                        <a:t> macro avg</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0.65</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0.73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just">
                        <a:lnSpc>
                          <a:spcPct val="150000"/>
                        </a:lnSpc>
                        <a:spcBef>
                          <a:spcPts val="0"/>
                        </a:spcBef>
                        <a:spcAft>
                          <a:spcPts val="400"/>
                        </a:spcAft>
                        <a:buNone/>
                      </a:pPr>
                      <a:r>
                        <a:rPr b="1" lang="en" sz="1300">
                          <a:solidFill>
                            <a:schemeClr val="lt1"/>
                          </a:solidFill>
                        </a:rPr>
                        <a:t>weighted avg</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pic>
        <p:nvPicPr>
          <p:cNvPr id="744" name="Google Shape;744;p52"/>
          <p:cNvPicPr preferRelativeResize="0"/>
          <p:nvPr/>
        </p:nvPicPr>
        <p:blipFill>
          <a:blip r:embed="rId3">
            <a:alphaModFix/>
          </a:blip>
          <a:stretch>
            <a:fillRect/>
          </a:stretch>
        </p:blipFill>
        <p:spPr>
          <a:xfrm>
            <a:off x="196200" y="1154121"/>
            <a:ext cx="2958450" cy="176318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grpSp>
        <p:nvGrpSpPr>
          <p:cNvPr id="749" name="Google Shape;749;p53"/>
          <p:cNvGrpSpPr/>
          <p:nvPr/>
        </p:nvGrpSpPr>
        <p:grpSpPr>
          <a:xfrm flipH="1">
            <a:off x="7231564" y="79814"/>
            <a:ext cx="1831025" cy="1512212"/>
            <a:chOff x="7084364" y="227014"/>
            <a:chExt cx="1831025" cy="1512212"/>
          </a:xfrm>
        </p:grpSpPr>
        <p:sp>
          <p:nvSpPr>
            <p:cNvPr id="750" name="Google Shape;750;p53"/>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1" name="Google Shape;751;p53"/>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2" name="Google Shape;752;p53"/>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3" name="Google Shape;753;p53"/>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4" name="Google Shape;754;p53"/>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5" name="Google Shape;755;p53"/>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6" name="Google Shape;756;p53"/>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7" name="Google Shape;757;p53"/>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8" name="Google Shape;758;p53"/>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59" name="Google Shape;759;p53"/>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0" name="Google Shape;760;p53"/>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1" name="Google Shape;761;p53"/>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2" name="Google Shape;762;p53"/>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3" name="Google Shape;763;p53"/>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4" name="Google Shape;764;p53"/>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5" name="Google Shape;765;p53"/>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6" name="Google Shape;766;p53"/>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7" name="Google Shape;767;p53"/>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8" name="Google Shape;768;p53"/>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69" name="Google Shape;769;p53"/>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0" name="Google Shape;770;p53"/>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1" name="Google Shape;771;p53"/>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2" name="Google Shape;772;p53"/>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73" name="Google Shape;773;p53"/>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774" name="Google Shape;774;p53"/>
          <p:cNvSpPr txBox="1"/>
          <p:nvPr>
            <p:ph type="title"/>
          </p:nvPr>
        </p:nvSpPr>
        <p:spPr>
          <a:xfrm>
            <a:off x="275550" y="292225"/>
            <a:ext cx="4296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Trained Model - Classification Report </a:t>
            </a:r>
            <a:endParaRPr/>
          </a:p>
        </p:txBody>
      </p:sp>
      <p:sp>
        <p:nvSpPr>
          <p:cNvPr id="775" name="Google Shape;775;p53"/>
          <p:cNvSpPr txBox="1"/>
          <p:nvPr>
            <p:ph type="title"/>
          </p:nvPr>
        </p:nvSpPr>
        <p:spPr>
          <a:xfrm>
            <a:off x="275550" y="680325"/>
            <a:ext cx="5083800" cy="400200"/>
          </a:xfrm>
          <a:prstGeom prst="rect">
            <a:avLst/>
          </a:prstGeom>
        </p:spPr>
        <p:txBody>
          <a:bodyPr anchorCtr="0" anchor="t" bIns="91425" lIns="0" spcFirstLastPara="1" rIns="91425" wrap="square" tIns="91425">
            <a:spAutoFit/>
          </a:bodyPr>
          <a:lstStyle/>
          <a:p>
            <a:pPr indent="0" lvl="0" marL="0" rtl="0" algn="l">
              <a:lnSpc>
                <a:spcPct val="150000"/>
              </a:lnSpc>
              <a:spcBef>
                <a:spcPts val="0"/>
              </a:spcBef>
              <a:spcAft>
                <a:spcPts val="400"/>
              </a:spcAft>
              <a:buNone/>
            </a:pPr>
            <a:r>
              <a:rPr b="1" lang="en" sz="1400">
                <a:solidFill>
                  <a:schemeClr val="lt1"/>
                </a:solidFill>
              </a:rPr>
              <a:t>Model 4: Stratified K-Fold Random Forest With SMOTE</a:t>
            </a:r>
            <a:endParaRPr b="1" sz="1400">
              <a:solidFill>
                <a:schemeClr val="lt1"/>
              </a:solidFill>
            </a:endParaRPr>
          </a:p>
        </p:txBody>
      </p:sp>
      <p:graphicFrame>
        <p:nvGraphicFramePr>
          <p:cNvPr id="776" name="Google Shape;776;p53"/>
          <p:cNvGraphicFramePr/>
          <p:nvPr/>
        </p:nvGraphicFramePr>
        <p:xfrm>
          <a:off x="3200363" y="2857500"/>
          <a:ext cx="3000000" cy="3000000"/>
        </p:xfrm>
        <a:graphic>
          <a:graphicData uri="http://schemas.openxmlformats.org/drawingml/2006/table">
            <a:tbl>
              <a:tblPr>
                <a:noFill/>
                <a:tableStyleId>{AF0432A0-A494-4F5C-96F8-99EBDAA14921}</a:tableStyleId>
              </a:tblPr>
              <a:tblGrid>
                <a:gridCol w="1188725"/>
                <a:gridCol w="1188725"/>
                <a:gridCol w="1188725"/>
                <a:gridCol w="1188725"/>
                <a:gridCol w="1188725"/>
              </a:tblGrid>
              <a:tr h="274325">
                <a:tc>
                  <a:txBody>
                    <a:bodyPr/>
                    <a:lstStyle/>
                    <a:p>
                      <a:pPr indent="0" lvl="0" marL="0" rtl="0" algn="l">
                        <a:lnSpc>
                          <a:spcPct val="150000"/>
                        </a:lnSpc>
                        <a:spcBef>
                          <a:spcPts val="0"/>
                        </a:spcBef>
                        <a:spcAft>
                          <a:spcPts val="400"/>
                        </a:spcAft>
                        <a:buNone/>
                      </a:pPr>
                      <a:r>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precision </a:t>
                      </a:r>
                      <a:endParaRPr b="1" sz="13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recall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f1-score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0"/>
                        </a:spcAft>
                        <a:buNone/>
                      </a:pPr>
                      <a:r>
                        <a:rPr b="1" lang="en" sz="1300"/>
                        <a:t>support</a:t>
                      </a:r>
                      <a:endParaRPr b="1" sz="1300"/>
                    </a:p>
                    <a:p>
                      <a:pPr indent="0" lvl="0" marL="0" rtl="0" algn="ctr">
                        <a:spcBef>
                          <a:spcPts val="400"/>
                        </a:spcBef>
                        <a:spcAft>
                          <a:spcPts val="0"/>
                        </a:spcAft>
                        <a:buNone/>
                      </a:pPr>
                      <a:r>
                        <a:t/>
                      </a:r>
                      <a:endParaRPr sz="11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r>
              <a:tr h="274325">
                <a:tc>
                  <a:txBody>
                    <a:bodyPr/>
                    <a:lstStyle/>
                    <a:p>
                      <a:pPr indent="0" lvl="0" marL="0" rtl="0" algn="just">
                        <a:lnSpc>
                          <a:spcPct val="150000"/>
                        </a:lnSpc>
                        <a:spcBef>
                          <a:spcPts val="0"/>
                        </a:spcBef>
                        <a:spcAft>
                          <a:spcPts val="400"/>
                        </a:spcAft>
                        <a:buNone/>
                      </a:pPr>
                      <a:r>
                        <a:rPr b="1" lang="en" sz="1300">
                          <a:solidFill>
                            <a:schemeClr val="lt1"/>
                          </a:solidFill>
                        </a:rPr>
                        <a:t>  0</a:t>
                      </a:r>
                      <a:endParaRPr>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1.00</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0.99 </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18600</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just">
                        <a:lnSpc>
                          <a:spcPct val="150000"/>
                        </a:lnSpc>
                        <a:spcBef>
                          <a:spcPts val="0"/>
                        </a:spcBef>
                        <a:spcAft>
                          <a:spcPts val="400"/>
                        </a:spcAft>
                        <a:buNone/>
                      </a:pPr>
                      <a:r>
                        <a:rPr b="1" lang="en" sz="1300">
                          <a:solidFill>
                            <a:schemeClr val="lt1"/>
                          </a:solidFill>
                        </a:rPr>
                        <a:t>  1</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1.00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0.32</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0.48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447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just">
                        <a:lnSpc>
                          <a:spcPct val="150000"/>
                        </a:lnSpc>
                        <a:spcBef>
                          <a:spcPts val="0"/>
                        </a:spcBef>
                        <a:spcAft>
                          <a:spcPts val="400"/>
                        </a:spcAft>
                        <a:buNone/>
                      </a:pPr>
                      <a:r>
                        <a:rPr b="1" lang="en" sz="1300">
                          <a:solidFill>
                            <a:schemeClr val="lt1"/>
                          </a:solidFill>
                        </a:rPr>
                        <a:t> accuracy   </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just">
                        <a:lnSpc>
                          <a:spcPct val="150000"/>
                        </a:lnSpc>
                        <a:spcBef>
                          <a:spcPts val="0"/>
                        </a:spcBef>
                        <a:spcAft>
                          <a:spcPts val="400"/>
                        </a:spcAft>
                        <a:buNone/>
                      </a:pPr>
                      <a:r>
                        <a:rPr b="1" lang="en" sz="1300">
                          <a:solidFill>
                            <a:schemeClr val="lt1"/>
                          </a:solidFill>
                        </a:rPr>
                        <a:t> macro avg</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0.99</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0.66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0.74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274325">
                <a:tc>
                  <a:txBody>
                    <a:bodyPr/>
                    <a:lstStyle/>
                    <a:p>
                      <a:pPr indent="0" lvl="0" marL="0" rtl="0" algn="just">
                        <a:lnSpc>
                          <a:spcPct val="150000"/>
                        </a:lnSpc>
                        <a:spcBef>
                          <a:spcPts val="0"/>
                        </a:spcBef>
                        <a:spcAft>
                          <a:spcPts val="400"/>
                        </a:spcAft>
                        <a:buNone/>
                      </a:pPr>
                      <a:r>
                        <a:rPr b="1" lang="en" sz="1300">
                          <a:solidFill>
                            <a:schemeClr val="lt1"/>
                          </a:solidFill>
                        </a:rPr>
                        <a:t>weighted avg</a:t>
                      </a:r>
                      <a:endParaRPr b="1" sz="1300">
                        <a:solidFill>
                          <a:schemeClr val="lt1"/>
                        </a:solidFill>
                      </a:endParaRPr>
                    </a:p>
                  </a:txBody>
                  <a:tcPr marT="0" marB="0" marR="0" marL="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  0.98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pic>
        <p:nvPicPr>
          <p:cNvPr id="777" name="Google Shape;777;p53"/>
          <p:cNvPicPr preferRelativeResize="0"/>
          <p:nvPr/>
        </p:nvPicPr>
        <p:blipFill>
          <a:blip r:embed="rId3">
            <a:alphaModFix/>
          </a:blip>
          <a:stretch>
            <a:fillRect/>
          </a:stretch>
        </p:blipFill>
        <p:spPr>
          <a:xfrm>
            <a:off x="0" y="1005350"/>
            <a:ext cx="3937300" cy="1852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pic>
        <p:nvPicPr>
          <p:cNvPr id="782" name="Google Shape;782;p54"/>
          <p:cNvPicPr preferRelativeResize="0"/>
          <p:nvPr/>
        </p:nvPicPr>
        <p:blipFill>
          <a:blip r:embed="rId3">
            <a:alphaModFix/>
          </a:blip>
          <a:stretch>
            <a:fillRect/>
          </a:stretch>
        </p:blipFill>
        <p:spPr>
          <a:xfrm>
            <a:off x="0" y="1036025"/>
            <a:ext cx="3787574" cy="2785175"/>
          </a:xfrm>
          <a:prstGeom prst="rect">
            <a:avLst/>
          </a:prstGeom>
          <a:noFill/>
          <a:ln>
            <a:noFill/>
          </a:ln>
        </p:spPr>
      </p:pic>
      <p:grpSp>
        <p:nvGrpSpPr>
          <p:cNvPr id="783" name="Google Shape;783;p54"/>
          <p:cNvGrpSpPr/>
          <p:nvPr/>
        </p:nvGrpSpPr>
        <p:grpSpPr>
          <a:xfrm flipH="1">
            <a:off x="7231564" y="79814"/>
            <a:ext cx="1831025" cy="1512212"/>
            <a:chOff x="7084364" y="227014"/>
            <a:chExt cx="1831025" cy="1512212"/>
          </a:xfrm>
        </p:grpSpPr>
        <p:sp>
          <p:nvSpPr>
            <p:cNvPr id="784" name="Google Shape;784;p54"/>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5" name="Google Shape;785;p54"/>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6" name="Google Shape;786;p54"/>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7" name="Google Shape;787;p54"/>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8" name="Google Shape;788;p54"/>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89" name="Google Shape;789;p54"/>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0" name="Google Shape;790;p54"/>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1" name="Google Shape;791;p54"/>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2" name="Google Shape;792;p54"/>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3" name="Google Shape;793;p54"/>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4" name="Google Shape;794;p54"/>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5" name="Google Shape;795;p54"/>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6" name="Google Shape;796;p54"/>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7" name="Google Shape;797;p54"/>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8" name="Google Shape;798;p54"/>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799" name="Google Shape;799;p54"/>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0" name="Google Shape;800;p54"/>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1" name="Google Shape;801;p54"/>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2" name="Google Shape;802;p54"/>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3" name="Google Shape;803;p54"/>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4" name="Google Shape;804;p54"/>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5" name="Google Shape;805;p54"/>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6" name="Google Shape;806;p54"/>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07" name="Google Shape;807;p54"/>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808" name="Google Shape;808;p54"/>
          <p:cNvSpPr txBox="1"/>
          <p:nvPr>
            <p:ph type="title"/>
          </p:nvPr>
        </p:nvSpPr>
        <p:spPr>
          <a:xfrm>
            <a:off x="275550" y="292225"/>
            <a:ext cx="4296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Trained Model - Classification Report </a:t>
            </a:r>
            <a:endParaRPr/>
          </a:p>
        </p:txBody>
      </p:sp>
      <p:sp>
        <p:nvSpPr>
          <p:cNvPr id="809" name="Google Shape;809;p54"/>
          <p:cNvSpPr txBox="1"/>
          <p:nvPr>
            <p:ph type="title"/>
          </p:nvPr>
        </p:nvSpPr>
        <p:spPr>
          <a:xfrm>
            <a:off x="322650" y="635825"/>
            <a:ext cx="4296300" cy="400200"/>
          </a:xfrm>
          <a:prstGeom prst="rect">
            <a:avLst/>
          </a:prstGeom>
        </p:spPr>
        <p:txBody>
          <a:bodyPr anchorCtr="0" anchor="t" bIns="91425" lIns="0" spcFirstLastPara="1" rIns="91425" wrap="square" tIns="91425">
            <a:spAutoFit/>
          </a:bodyPr>
          <a:lstStyle/>
          <a:p>
            <a:pPr indent="0" lvl="0" marL="0" rtl="0" algn="l">
              <a:lnSpc>
                <a:spcPct val="150000"/>
              </a:lnSpc>
              <a:spcBef>
                <a:spcPts val="0"/>
              </a:spcBef>
              <a:spcAft>
                <a:spcPts val="400"/>
              </a:spcAft>
              <a:buNone/>
            </a:pPr>
            <a:r>
              <a:rPr b="1" lang="en" sz="1400">
                <a:solidFill>
                  <a:schemeClr val="lt1"/>
                </a:solidFill>
              </a:rPr>
              <a:t>Model 5: Stratified K-Fold XGBoost </a:t>
            </a:r>
            <a:endParaRPr b="1" sz="1400">
              <a:solidFill>
                <a:schemeClr val="lt1"/>
              </a:solidFill>
            </a:endParaRPr>
          </a:p>
        </p:txBody>
      </p:sp>
      <p:graphicFrame>
        <p:nvGraphicFramePr>
          <p:cNvPr id="810" name="Google Shape;810;p54"/>
          <p:cNvGraphicFramePr/>
          <p:nvPr/>
        </p:nvGraphicFramePr>
        <p:xfrm>
          <a:off x="3154638" y="2781300"/>
          <a:ext cx="3000000" cy="3000000"/>
        </p:xfrm>
        <a:graphic>
          <a:graphicData uri="http://schemas.openxmlformats.org/drawingml/2006/table">
            <a:tbl>
              <a:tblPr>
                <a:noFill/>
                <a:tableStyleId>{AF0432A0-A494-4F5C-96F8-99EBDAA14921}</a:tableStyleId>
              </a:tblPr>
              <a:tblGrid>
                <a:gridCol w="1190625"/>
                <a:gridCol w="1190625"/>
                <a:gridCol w="1190625"/>
                <a:gridCol w="1190625"/>
                <a:gridCol w="1209675"/>
              </a:tblGrid>
              <a:tr h="91450">
                <a:tc>
                  <a:txBody>
                    <a:bodyPr/>
                    <a:lstStyle/>
                    <a:p>
                      <a:pPr indent="0" lvl="0" marL="0" rtl="0" algn="l">
                        <a:lnSpc>
                          <a:spcPct val="150000"/>
                        </a:lnSpc>
                        <a:spcBef>
                          <a:spcPts val="0"/>
                        </a:spcBef>
                        <a:spcAft>
                          <a:spcPts val="400"/>
                        </a:spcAft>
                        <a:buNone/>
                      </a:pPr>
                      <a:r>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precision </a:t>
                      </a:r>
                      <a:endParaRPr b="1" sz="13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recall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400"/>
                        </a:spcAft>
                        <a:buNone/>
                      </a:pPr>
                      <a:r>
                        <a:rPr b="1" lang="en" sz="1300"/>
                        <a:t>f1-score  </a:t>
                      </a:r>
                      <a:endParaRPr>
                        <a:solidFill>
                          <a:srgbClr val="434343"/>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c>
                  <a:txBody>
                    <a:bodyPr/>
                    <a:lstStyle/>
                    <a:p>
                      <a:pPr indent="0" lvl="0" marL="0" rtl="0" algn="ctr">
                        <a:lnSpc>
                          <a:spcPct val="150000"/>
                        </a:lnSpc>
                        <a:spcBef>
                          <a:spcPts val="0"/>
                        </a:spcBef>
                        <a:spcAft>
                          <a:spcPts val="0"/>
                        </a:spcAft>
                        <a:buNone/>
                      </a:pPr>
                      <a:r>
                        <a:rPr b="1" lang="en" sz="1300"/>
                        <a:t>support</a:t>
                      </a:r>
                      <a:endParaRPr b="1" sz="1300"/>
                    </a:p>
                    <a:p>
                      <a:pPr indent="0" lvl="0" marL="0" rtl="0" algn="ctr">
                        <a:spcBef>
                          <a:spcPts val="400"/>
                        </a:spcBef>
                        <a:spcAft>
                          <a:spcPts val="0"/>
                        </a:spcAft>
                        <a:buNone/>
                      </a:pPr>
                      <a:r>
                        <a:t/>
                      </a:r>
                      <a:endParaRPr sz="1100"/>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FEFEF"/>
                    </a:solidFill>
                  </a:tcPr>
                </a:tc>
              </a:tr>
              <a:tr h="91450">
                <a:tc>
                  <a:txBody>
                    <a:bodyPr/>
                    <a:lstStyle/>
                    <a:p>
                      <a:pPr indent="0" lvl="0" marL="0" rtl="0" algn="l">
                        <a:lnSpc>
                          <a:spcPct val="150000"/>
                        </a:lnSpc>
                        <a:spcBef>
                          <a:spcPts val="0"/>
                        </a:spcBef>
                        <a:spcAft>
                          <a:spcPts val="400"/>
                        </a:spcAft>
                        <a:buNone/>
                      </a:pPr>
                      <a:r>
                        <a:rPr b="1" lang="en" sz="1300">
                          <a:solidFill>
                            <a:schemeClr val="lt1"/>
                          </a:solidFill>
                        </a:rPr>
                        <a:t> 0</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0.99</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0.99 </a:t>
                      </a:r>
                      <a:endParaRPr>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18600</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91450">
                <a:tc>
                  <a:txBody>
                    <a:bodyPr/>
                    <a:lstStyle/>
                    <a:p>
                      <a:pPr indent="0" lvl="0" marL="0" rtl="0" algn="l">
                        <a:lnSpc>
                          <a:spcPct val="150000"/>
                        </a:lnSpc>
                        <a:spcBef>
                          <a:spcPts val="0"/>
                        </a:spcBef>
                        <a:spcAft>
                          <a:spcPts val="400"/>
                        </a:spcAft>
                        <a:buNone/>
                      </a:pPr>
                      <a:r>
                        <a:rPr b="1" lang="en" sz="1300">
                          <a:solidFill>
                            <a:schemeClr val="lt1"/>
                          </a:solidFill>
                        </a:rPr>
                        <a:t> 1</a:t>
                      </a:r>
                      <a:endParaRPr b="1"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0.47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0.34</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0.39</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447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91450">
                <a:tc>
                  <a:txBody>
                    <a:bodyPr/>
                    <a:lstStyle/>
                    <a:p>
                      <a:pPr indent="0" lvl="0" marL="0" rtl="0" algn="l">
                        <a:lnSpc>
                          <a:spcPct val="150000"/>
                        </a:lnSpc>
                        <a:spcBef>
                          <a:spcPts val="0"/>
                        </a:spcBef>
                        <a:spcAft>
                          <a:spcPts val="400"/>
                        </a:spcAft>
                        <a:buNone/>
                      </a:pPr>
                      <a:r>
                        <a:rPr b="1" lang="en" sz="1300">
                          <a:solidFill>
                            <a:schemeClr val="lt1"/>
                          </a:solidFill>
                        </a:rPr>
                        <a:t>accuracy   </a:t>
                      </a:r>
                      <a:endParaRPr b="1"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0.98</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91450">
                <a:tc>
                  <a:txBody>
                    <a:bodyPr/>
                    <a:lstStyle/>
                    <a:p>
                      <a:pPr indent="0" lvl="0" marL="0" rtl="0" algn="l">
                        <a:lnSpc>
                          <a:spcPct val="150000"/>
                        </a:lnSpc>
                        <a:spcBef>
                          <a:spcPts val="0"/>
                        </a:spcBef>
                        <a:spcAft>
                          <a:spcPts val="400"/>
                        </a:spcAft>
                        <a:buNone/>
                      </a:pPr>
                      <a:r>
                        <a:rPr b="1" lang="en" sz="1300">
                          <a:solidFill>
                            <a:schemeClr val="lt1"/>
                          </a:solidFill>
                        </a:rPr>
                        <a:t>macro avg</a:t>
                      </a:r>
                      <a:endParaRPr b="1"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0.73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0.66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0.69</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sz="1300">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r h="91450">
                <a:tc>
                  <a:txBody>
                    <a:bodyPr/>
                    <a:lstStyle/>
                    <a:p>
                      <a:pPr indent="0" lvl="0" marL="0" rtl="0" algn="l">
                        <a:lnSpc>
                          <a:spcPct val="150000"/>
                        </a:lnSpc>
                        <a:spcBef>
                          <a:spcPts val="0"/>
                        </a:spcBef>
                        <a:spcAft>
                          <a:spcPts val="400"/>
                        </a:spcAft>
                        <a:buNone/>
                      </a:pPr>
                      <a:r>
                        <a:rPr b="1" lang="en" sz="1300">
                          <a:solidFill>
                            <a:schemeClr val="lt1"/>
                          </a:solidFill>
                        </a:rPr>
                        <a:t>weighted avg</a:t>
                      </a:r>
                      <a:endParaRPr b="1"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0.97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0.98  </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0.97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0"/>
                        </a:spcBef>
                        <a:spcAft>
                          <a:spcPts val="400"/>
                        </a:spcAft>
                        <a:buNone/>
                      </a:pPr>
                      <a:r>
                        <a:rPr lang="en">
                          <a:solidFill>
                            <a:schemeClr val="lt1"/>
                          </a:solidFill>
                        </a:rPr>
                        <a:t>19047</a:t>
                      </a:r>
                      <a:endParaRPr sz="1300">
                        <a:solidFill>
                          <a:schemeClr val="lt1"/>
                        </a:solidFill>
                      </a:endParaRPr>
                    </a:p>
                  </a:txBody>
                  <a:tcPr marT="0" marB="0" marR="0" marL="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grpSp>
        <p:nvGrpSpPr>
          <p:cNvPr id="815" name="Google Shape;815;p55"/>
          <p:cNvGrpSpPr/>
          <p:nvPr/>
        </p:nvGrpSpPr>
        <p:grpSpPr>
          <a:xfrm flipH="1">
            <a:off x="7231564" y="79814"/>
            <a:ext cx="1831025" cy="1512212"/>
            <a:chOff x="7084364" y="227014"/>
            <a:chExt cx="1831025" cy="1512212"/>
          </a:xfrm>
        </p:grpSpPr>
        <p:sp>
          <p:nvSpPr>
            <p:cNvPr id="816" name="Google Shape;816;p55"/>
            <p:cNvSpPr/>
            <p:nvPr/>
          </p:nvSpPr>
          <p:spPr>
            <a:xfrm>
              <a:off x="7084364" y="227014"/>
              <a:ext cx="256500" cy="256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17" name="Google Shape;817;p55"/>
            <p:cNvSpPr/>
            <p:nvPr/>
          </p:nvSpPr>
          <p:spPr>
            <a:xfrm>
              <a:off x="7430139" y="234414"/>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18" name="Google Shape;818;p55"/>
            <p:cNvSpPr/>
            <p:nvPr/>
          </p:nvSpPr>
          <p:spPr>
            <a:xfrm>
              <a:off x="7781416" y="234414"/>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19" name="Google Shape;819;p55"/>
            <p:cNvSpPr/>
            <p:nvPr/>
          </p:nvSpPr>
          <p:spPr>
            <a:xfrm>
              <a:off x="8133314" y="252614"/>
              <a:ext cx="174000" cy="174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0" name="Google Shape;820;p55"/>
            <p:cNvSpPr/>
            <p:nvPr/>
          </p:nvSpPr>
          <p:spPr>
            <a:xfrm>
              <a:off x="8480089" y="262639"/>
              <a:ext cx="140700" cy="141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1" name="Google Shape;821;p55"/>
            <p:cNvSpPr/>
            <p:nvPr/>
          </p:nvSpPr>
          <p:spPr>
            <a:xfrm>
              <a:off x="8850289" y="295914"/>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2" name="Google Shape;822;p55"/>
            <p:cNvSpPr/>
            <p:nvPr/>
          </p:nvSpPr>
          <p:spPr>
            <a:xfrm>
              <a:off x="7107164" y="569839"/>
              <a:ext cx="233700" cy="233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3" name="Google Shape;823;p55"/>
            <p:cNvSpPr/>
            <p:nvPr/>
          </p:nvSpPr>
          <p:spPr>
            <a:xfrm>
              <a:off x="7449241" y="57508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4" name="Google Shape;824;p55"/>
            <p:cNvSpPr/>
            <p:nvPr/>
          </p:nvSpPr>
          <p:spPr>
            <a:xfrm>
              <a:off x="7796668" y="5839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5" name="Google Shape;825;p55"/>
            <p:cNvSpPr/>
            <p:nvPr/>
          </p:nvSpPr>
          <p:spPr>
            <a:xfrm>
              <a:off x="8144315" y="59758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6" name="Google Shape;826;p55"/>
            <p:cNvSpPr/>
            <p:nvPr/>
          </p:nvSpPr>
          <p:spPr>
            <a:xfrm>
              <a:off x="8500688" y="617239"/>
              <a:ext cx="97800" cy="978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7" name="Google Shape;827;p55"/>
            <p:cNvSpPr/>
            <p:nvPr/>
          </p:nvSpPr>
          <p:spPr>
            <a:xfrm>
              <a:off x="8866689" y="647014"/>
              <a:ext cx="32400" cy="3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8" name="Google Shape;828;p55"/>
            <p:cNvSpPr/>
            <p:nvPr/>
          </p:nvSpPr>
          <p:spPr>
            <a:xfrm>
              <a:off x="7472245" y="922814"/>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29" name="Google Shape;829;p55"/>
            <p:cNvSpPr/>
            <p:nvPr/>
          </p:nvSpPr>
          <p:spPr>
            <a:xfrm>
              <a:off x="7127999" y="912648"/>
              <a:ext cx="210300" cy="2103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0" name="Google Shape;830;p55"/>
            <p:cNvSpPr/>
            <p:nvPr/>
          </p:nvSpPr>
          <p:spPr>
            <a:xfrm>
              <a:off x="7815729" y="9312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1" name="Google Shape;831;p55"/>
            <p:cNvSpPr/>
            <p:nvPr/>
          </p:nvSpPr>
          <p:spPr>
            <a:xfrm>
              <a:off x="8173202" y="95170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2" name="Google Shape;832;p55"/>
            <p:cNvSpPr/>
            <p:nvPr/>
          </p:nvSpPr>
          <p:spPr>
            <a:xfrm>
              <a:off x="8519627" y="971401"/>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3" name="Google Shape;833;p55"/>
            <p:cNvSpPr/>
            <p:nvPr/>
          </p:nvSpPr>
          <p:spPr>
            <a:xfrm>
              <a:off x="7493429" y="1269349"/>
              <a:ext cx="152100" cy="1524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4" name="Google Shape;834;p55"/>
            <p:cNvSpPr/>
            <p:nvPr/>
          </p:nvSpPr>
          <p:spPr>
            <a:xfrm>
              <a:off x="7143295" y="1262589"/>
              <a:ext cx="179700" cy="1797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5" name="Google Shape;835;p55"/>
            <p:cNvSpPr/>
            <p:nvPr/>
          </p:nvSpPr>
          <p:spPr>
            <a:xfrm>
              <a:off x="7842920" y="1291551"/>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6" name="Google Shape;836;p55"/>
            <p:cNvSpPr/>
            <p:nvPr/>
          </p:nvSpPr>
          <p:spPr>
            <a:xfrm>
              <a:off x="8200777" y="1308176"/>
              <a:ext cx="65100" cy="65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7" name="Google Shape;837;p55"/>
            <p:cNvSpPr/>
            <p:nvPr/>
          </p:nvSpPr>
          <p:spPr>
            <a:xfrm>
              <a:off x="7182739" y="1631226"/>
              <a:ext cx="108000" cy="1080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8" name="Google Shape;838;p55"/>
            <p:cNvSpPr/>
            <p:nvPr/>
          </p:nvSpPr>
          <p:spPr>
            <a:xfrm>
              <a:off x="7525389" y="1633321"/>
              <a:ext cx="88200" cy="88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839" name="Google Shape;839;p55"/>
            <p:cNvSpPr/>
            <p:nvPr/>
          </p:nvSpPr>
          <p:spPr>
            <a:xfrm>
              <a:off x="7880086" y="1655713"/>
              <a:ext cx="43500" cy="435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grpSp>
      <p:sp>
        <p:nvSpPr>
          <p:cNvPr id="840" name="Google Shape;840;p55"/>
          <p:cNvSpPr txBox="1"/>
          <p:nvPr>
            <p:ph type="title"/>
          </p:nvPr>
        </p:nvSpPr>
        <p:spPr>
          <a:xfrm>
            <a:off x="275550" y="292225"/>
            <a:ext cx="4296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Trained Model - Classification Report </a:t>
            </a:r>
            <a:endParaRPr/>
          </a:p>
        </p:txBody>
      </p:sp>
      <p:sp>
        <p:nvSpPr>
          <p:cNvPr id="841" name="Google Shape;841;p55"/>
          <p:cNvSpPr txBox="1"/>
          <p:nvPr>
            <p:ph type="title"/>
          </p:nvPr>
        </p:nvSpPr>
        <p:spPr>
          <a:xfrm>
            <a:off x="275550" y="954900"/>
            <a:ext cx="4296300" cy="400200"/>
          </a:xfrm>
          <a:prstGeom prst="rect">
            <a:avLst/>
          </a:prstGeom>
        </p:spPr>
        <p:txBody>
          <a:bodyPr anchorCtr="0" anchor="t" bIns="91425" lIns="0" spcFirstLastPara="1" rIns="91425" wrap="square" tIns="91425">
            <a:spAutoFit/>
          </a:bodyPr>
          <a:lstStyle/>
          <a:p>
            <a:pPr indent="0" lvl="0" marL="0" rtl="0" algn="l">
              <a:lnSpc>
                <a:spcPct val="150000"/>
              </a:lnSpc>
              <a:spcBef>
                <a:spcPts val="0"/>
              </a:spcBef>
              <a:spcAft>
                <a:spcPts val="400"/>
              </a:spcAft>
              <a:buNone/>
            </a:pPr>
            <a:r>
              <a:rPr b="1" lang="en" sz="1400">
                <a:solidFill>
                  <a:schemeClr val="lt1"/>
                </a:solidFill>
              </a:rPr>
              <a:t>Selected Model: Stratified Random Forest</a:t>
            </a:r>
            <a:endParaRPr b="1" sz="1400">
              <a:solidFill>
                <a:schemeClr val="lt1"/>
              </a:solidFill>
            </a:endParaRPr>
          </a:p>
        </p:txBody>
      </p:sp>
      <p:graphicFrame>
        <p:nvGraphicFramePr>
          <p:cNvPr id="842" name="Google Shape;842;p55"/>
          <p:cNvGraphicFramePr/>
          <p:nvPr/>
        </p:nvGraphicFramePr>
        <p:xfrm>
          <a:off x="1360800" y="1405575"/>
          <a:ext cx="3000000" cy="3000000"/>
        </p:xfrm>
        <a:graphic>
          <a:graphicData uri="http://schemas.openxmlformats.org/drawingml/2006/table">
            <a:tbl>
              <a:tblPr>
                <a:noFill/>
                <a:tableStyleId>{6488DD68-3BA8-4E8C-AB2A-6A6513A1EFA3}</a:tableStyleId>
              </a:tblPr>
              <a:tblGrid>
                <a:gridCol w="879325"/>
                <a:gridCol w="1146475"/>
                <a:gridCol w="1179850"/>
                <a:gridCol w="1012875"/>
                <a:gridCol w="1101925"/>
                <a:gridCol w="1101925"/>
              </a:tblGrid>
              <a:tr h="1019575">
                <a:tc>
                  <a:txBody>
                    <a:bodyPr/>
                    <a:lstStyle/>
                    <a:p>
                      <a:pPr indent="0" lvl="0" marL="0" rtl="0" algn="just">
                        <a:lnSpc>
                          <a:spcPct val="115000"/>
                        </a:lnSpc>
                        <a:spcBef>
                          <a:spcPts val="0"/>
                        </a:spcBef>
                        <a:spcAft>
                          <a:spcPts val="2400"/>
                        </a:spcAft>
                        <a:buNone/>
                      </a:pPr>
                      <a:r>
                        <a:rPr b="1" lang="en" sz="1200">
                          <a:solidFill>
                            <a:srgbClr val="1F1F1F"/>
                          </a:solidFill>
                          <a:highlight>
                            <a:srgbClr val="EFEFEF"/>
                          </a:highlight>
                          <a:latin typeface="Times New Roman"/>
                          <a:ea typeface="Times New Roman"/>
                          <a:cs typeface="Times New Roman"/>
                          <a:sym typeface="Times New Roman"/>
                        </a:rPr>
                        <a:t>Metric</a:t>
                      </a:r>
                      <a:endParaRPr b="1" sz="1200">
                        <a:solidFill>
                          <a:srgbClr val="1F1F1F"/>
                        </a:solidFill>
                        <a:highlight>
                          <a:srgbClr val="EFEFEF"/>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solidFill>
                      <a:srgbClr val="EFEFEF"/>
                    </a:solidFill>
                  </a:tcPr>
                </a:tc>
                <a:tc>
                  <a:txBody>
                    <a:bodyPr/>
                    <a:lstStyle/>
                    <a:p>
                      <a:pPr indent="0" lvl="0" marL="0" rtl="0" algn="just">
                        <a:lnSpc>
                          <a:spcPct val="115000"/>
                        </a:lnSpc>
                        <a:spcBef>
                          <a:spcPts val="0"/>
                        </a:spcBef>
                        <a:spcAft>
                          <a:spcPts val="2400"/>
                        </a:spcAft>
                        <a:buNone/>
                      </a:pPr>
                      <a:r>
                        <a:rPr b="1" lang="en" sz="1200">
                          <a:solidFill>
                            <a:srgbClr val="1F1F1F"/>
                          </a:solidFill>
                          <a:highlight>
                            <a:srgbClr val="EFEFEF"/>
                          </a:highlight>
                          <a:latin typeface="Times New Roman"/>
                          <a:ea typeface="Times New Roman"/>
                          <a:cs typeface="Times New Roman"/>
                          <a:sym typeface="Times New Roman"/>
                        </a:rPr>
                        <a:t>Class 0</a:t>
                      </a:r>
                      <a:br>
                        <a:rPr b="1" lang="en" sz="1200">
                          <a:solidFill>
                            <a:srgbClr val="1F1F1F"/>
                          </a:solidFill>
                          <a:highlight>
                            <a:srgbClr val="EFEFEF"/>
                          </a:highlight>
                          <a:latin typeface="Times New Roman"/>
                          <a:ea typeface="Times New Roman"/>
                          <a:cs typeface="Times New Roman"/>
                          <a:sym typeface="Times New Roman"/>
                        </a:rPr>
                      </a:br>
                      <a:r>
                        <a:rPr b="1" lang="en" sz="1200">
                          <a:solidFill>
                            <a:srgbClr val="1F1F1F"/>
                          </a:solidFill>
                          <a:highlight>
                            <a:srgbClr val="EFEFEF"/>
                          </a:highlight>
                          <a:latin typeface="Times New Roman"/>
                          <a:ea typeface="Times New Roman"/>
                          <a:cs typeface="Times New Roman"/>
                          <a:sym typeface="Times New Roman"/>
                        </a:rPr>
                        <a:t>(Not Cancelled)</a:t>
                      </a:r>
                      <a:endParaRPr b="1" sz="1200">
                        <a:solidFill>
                          <a:srgbClr val="1F1F1F"/>
                        </a:solidFill>
                        <a:highlight>
                          <a:srgbClr val="EFEFEF"/>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solidFill>
                      <a:srgbClr val="EFEFEF"/>
                    </a:solidFill>
                  </a:tcPr>
                </a:tc>
                <a:tc>
                  <a:txBody>
                    <a:bodyPr/>
                    <a:lstStyle/>
                    <a:p>
                      <a:pPr indent="0" lvl="0" marL="0" rtl="0" algn="just">
                        <a:lnSpc>
                          <a:spcPct val="115000"/>
                        </a:lnSpc>
                        <a:spcBef>
                          <a:spcPts val="0"/>
                        </a:spcBef>
                        <a:spcAft>
                          <a:spcPts val="2400"/>
                        </a:spcAft>
                        <a:buNone/>
                      </a:pPr>
                      <a:r>
                        <a:rPr b="1" lang="en" sz="1200">
                          <a:solidFill>
                            <a:srgbClr val="1F1F1F"/>
                          </a:solidFill>
                          <a:highlight>
                            <a:srgbClr val="EFEFEF"/>
                          </a:highlight>
                          <a:latin typeface="Times New Roman"/>
                          <a:ea typeface="Times New Roman"/>
                          <a:cs typeface="Times New Roman"/>
                          <a:sym typeface="Times New Roman"/>
                        </a:rPr>
                        <a:t>Class 1</a:t>
                      </a:r>
                      <a:br>
                        <a:rPr b="1" lang="en" sz="1200">
                          <a:solidFill>
                            <a:srgbClr val="1F1F1F"/>
                          </a:solidFill>
                          <a:highlight>
                            <a:srgbClr val="EFEFEF"/>
                          </a:highlight>
                          <a:latin typeface="Times New Roman"/>
                          <a:ea typeface="Times New Roman"/>
                          <a:cs typeface="Times New Roman"/>
                          <a:sym typeface="Times New Roman"/>
                        </a:rPr>
                      </a:br>
                      <a:r>
                        <a:rPr b="1" lang="en" sz="1200">
                          <a:solidFill>
                            <a:srgbClr val="1F1F1F"/>
                          </a:solidFill>
                          <a:highlight>
                            <a:srgbClr val="EFEFEF"/>
                          </a:highlight>
                          <a:latin typeface="Times New Roman"/>
                          <a:ea typeface="Times New Roman"/>
                          <a:cs typeface="Times New Roman"/>
                          <a:sym typeface="Times New Roman"/>
                        </a:rPr>
                        <a:t>(Cancelled)</a:t>
                      </a:r>
                      <a:endParaRPr b="1" sz="1200">
                        <a:solidFill>
                          <a:srgbClr val="1F1F1F"/>
                        </a:solidFill>
                        <a:highlight>
                          <a:srgbClr val="EFEFEF"/>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solidFill>
                      <a:srgbClr val="EFEFEF"/>
                    </a:solidFill>
                  </a:tcPr>
                </a:tc>
                <a:tc>
                  <a:txBody>
                    <a:bodyPr/>
                    <a:lstStyle/>
                    <a:p>
                      <a:pPr indent="0" lvl="0" marL="0" rtl="0" algn="just">
                        <a:lnSpc>
                          <a:spcPct val="115000"/>
                        </a:lnSpc>
                        <a:spcBef>
                          <a:spcPts val="0"/>
                        </a:spcBef>
                        <a:spcAft>
                          <a:spcPts val="2400"/>
                        </a:spcAft>
                        <a:buNone/>
                      </a:pPr>
                      <a:r>
                        <a:rPr b="1" lang="en" sz="1200">
                          <a:solidFill>
                            <a:srgbClr val="1F1F1F"/>
                          </a:solidFill>
                          <a:highlight>
                            <a:srgbClr val="EFEFEF"/>
                          </a:highlight>
                          <a:latin typeface="Times New Roman"/>
                          <a:ea typeface="Times New Roman"/>
                          <a:cs typeface="Times New Roman"/>
                          <a:sym typeface="Times New Roman"/>
                        </a:rPr>
                        <a:t>Overall Accuracy</a:t>
                      </a:r>
                      <a:endParaRPr b="1" sz="1200">
                        <a:solidFill>
                          <a:srgbClr val="1F1F1F"/>
                        </a:solidFill>
                        <a:highlight>
                          <a:srgbClr val="EFEFEF"/>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solidFill>
                      <a:srgbClr val="EFEFEF"/>
                    </a:solidFill>
                  </a:tcPr>
                </a:tc>
                <a:tc>
                  <a:txBody>
                    <a:bodyPr/>
                    <a:lstStyle/>
                    <a:p>
                      <a:pPr indent="0" lvl="0" marL="0" rtl="0" algn="just">
                        <a:lnSpc>
                          <a:spcPct val="115000"/>
                        </a:lnSpc>
                        <a:spcBef>
                          <a:spcPts val="0"/>
                        </a:spcBef>
                        <a:spcAft>
                          <a:spcPts val="2400"/>
                        </a:spcAft>
                        <a:buNone/>
                      </a:pPr>
                      <a:r>
                        <a:rPr b="1" lang="en" sz="1200">
                          <a:solidFill>
                            <a:srgbClr val="1F1F1F"/>
                          </a:solidFill>
                          <a:highlight>
                            <a:srgbClr val="EFEFEF"/>
                          </a:highlight>
                          <a:latin typeface="Times New Roman"/>
                          <a:ea typeface="Times New Roman"/>
                          <a:cs typeface="Times New Roman"/>
                          <a:sym typeface="Times New Roman"/>
                        </a:rPr>
                        <a:t>Macro Avg</a:t>
                      </a:r>
                      <a:endParaRPr b="1" sz="1200">
                        <a:solidFill>
                          <a:srgbClr val="1F1F1F"/>
                        </a:solidFill>
                        <a:highlight>
                          <a:srgbClr val="EFEFEF"/>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solidFill>
                      <a:srgbClr val="EFEFEF"/>
                    </a:solidFill>
                  </a:tcPr>
                </a:tc>
                <a:tc>
                  <a:txBody>
                    <a:bodyPr/>
                    <a:lstStyle/>
                    <a:p>
                      <a:pPr indent="0" lvl="0" marL="0" rtl="0" algn="just">
                        <a:lnSpc>
                          <a:spcPct val="115000"/>
                        </a:lnSpc>
                        <a:spcBef>
                          <a:spcPts val="0"/>
                        </a:spcBef>
                        <a:spcAft>
                          <a:spcPts val="2400"/>
                        </a:spcAft>
                        <a:buNone/>
                      </a:pPr>
                      <a:r>
                        <a:rPr b="1" lang="en" sz="1200">
                          <a:solidFill>
                            <a:srgbClr val="1F1F1F"/>
                          </a:solidFill>
                          <a:highlight>
                            <a:srgbClr val="EFEFEF"/>
                          </a:highlight>
                          <a:latin typeface="Times New Roman"/>
                          <a:ea typeface="Times New Roman"/>
                          <a:cs typeface="Times New Roman"/>
                          <a:sym typeface="Times New Roman"/>
                        </a:rPr>
                        <a:t>Weighted Avg</a:t>
                      </a:r>
                      <a:endParaRPr b="1" sz="1200">
                        <a:solidFill>
                          <a:srgbClr val="1F1F1F"/>
                        </a:solidFill>
                        <a:highlight>
                          <a:srgbClr val="EFEFEF"/>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solidFill>
                      <a:srgbClr val="EFEFEF"/>
                    </a:solidFill>
                  </a:tcPr>
                </a:tc>
              </a:tr>
              <a:tr h="608175">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Precision</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0.98</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1.00</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0.99</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0.98</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r>
              <a:tr h="608175">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Recall</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1.00</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0.32</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0.66</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0.98</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r>
              <a:tr h="608175">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F1-score</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0.99</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0.48</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0.98</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0.74</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0.98</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r>
              <a:tr h="477800">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Support</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18,600</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447</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19,047</a:t>
                      </a:r>
                      <a:endParaRPr b="1"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19,047</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c>
                  <a:txBody>
                    <a:bodyPr/>
                    <a:lstStyle/>
                    <a:p>
                      <a:pPr indent="0" lvl="0" marL="0" rtl="0" algn="just">
                        <a:lnSpc>
                          <a:spcPct val="115000"/>
                        </a:lnSpc>
                        <a:spcBef>
                          <a:spcPts val="0"/>
                        </a:spcBef>
                        <a:spcAft>
                          <a:spcPts val="2400"/>
                        </a:spcAft>
                        <a:buNone/>
                      </a:pPr>
                      <a:r>
                        <a:rPr lang="en" sz="1100">
                          <a:solidFill>
                            <a:schemeClr val="lt1"/>
                          </a:solidFill>
                          <a:highlight>
                            <a:schemeClr val="dk1"/>
                          </a:highlight>
                          <a:latin typeface="Times New Roman"/>
                          <a:ea typeface="Times New Roman"/>
                          <a:cs typeface="Times New Roman"/>
                          <a:sym typeface="Times New Roman"/>
                        </a:rPr>
                        <a:t>19,047</a:t>
                      </a:r>
                      <a:endParaRPr sz="1100">
                        <a:solidFill>
                          <a:schemeClr val="lt1"/>
                        </a:solidFill>
                        <a:highlight>
                          <a:schemeClr val="dk1"/>
                        </a:highlight>
                        <a:latin typeface="Times New Roman"/>
                        <a:ea typeface="Times New Roman"/>
                        <a:cs typeface="Times New Roman"/>
                        <a:sym typeface="Times New Roman"/>
                      </a:endParaRPr>
                    </a:p>
                  </a:txBody>
                  <a:tcPr marT="76200" marB="76200" marR="114300" marL="114300">
                    <a:lnL cap="flat" cmpd="sng" w="5300">
                      <a:solidFill>
                        <a:schemeClr val="lt1"/>
                      </a:solidFill>
                      <a:prstDash val="solid"/>
                      <a:round/>
                      <a:headEnd len="sm" w="sm" type="none"/>
                      <a:tailEnd len="sm" w="sm" type="none"/>
                    </a:lnL>
                    <a:lnR cap="flat" cmpd="sng" w="5300">
                      <a:solidFill>
                        <a:schemeClr val="lt1"/>
                      </a:solidFill>
                      <a:prstDash val="solid"/>
                      <a:round/>
                      <a:headEnd len="sm" w="sm" type="none"/>
                      <a:tailEnd len="sm" w="sm" type="none"/>
                    </a:lnR>
                    <a:lnT cap="flat" cmpd="sng" w="5300">
                      <a:solidFill>
                        <a:schemeClr val="lt1"/>
                      </a:solidFill>
                      <a:prstDash val="solid"/>
                      <a:round/>
                      <a:headEnd len="sm" w="sm" type="none"/>
                      <a:tailEnd len="sm" w="sm" type="none"/>
                    </a:lnT>
                    <a:lnB cap="flat" cmpd="sng" w="5300">
                      <a:solidFill>
                        <a:schemeClr val="lt1"/>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56"/>
          <p:cNvSpPr txBox="1"/>
          <p:nvPr>
            <p:ph type="title"/>
          </p:nvPr>
        </p:nvSpPr>
        <p:spPr>
          <a:xfrm>
            <a:off x="228600" y="226342"/>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Feature  Importance</a:t>
            </a:r>
            <a:endParaRPr/>
          </a:p>
        </p:txBody>
      </p:sp>
      <p:sp>
        <p:nvSpPr>
          <p:cNvPr id="848" name="Google Shape;848;p56"/>
          <p:cNvSpPr txBox="1"/>
          <p:nvPr>
            <p:ph type="title"/>
          </p:nvPr>
        </p:nvSpPr>
        <p:spPr>
          <a:xfrm>
            <a:off x="228600" y="1195750"/>
            <a:ext cx="3684300" cy="384900"/>
          </a:xfrm>
          <a:prstGeom prst="rect">
            <a:avLst/>
          </a:prstGeom>
        </p:spPr>
        <p:txBody>
          <a:bodyPr anchorCtr="0" anchor="t" bIns="91425" lIns="0" spcFirstLastPara="1" rIns="91425" wrap="square" tIns="91425">
            <a:spAutoFit/>
          </a:bodyPr>
          <a:lstStyle/>
          <a:p>
            <a:pPr indent="0" lvl="0" marL="0" rtl="0" algn="just">
              <a:lnSpc>
                <a:spcPct val="150000"/>
              </a:lnSpc>
              <a:spcBef>
                <a:spcPts val="1200"/>
              </a:spcBef>
              <a:spcAft>
                <a:spcPts val="1200"/>
              </a:spcAft>
              <a:buNone/>
            </a:pPr>
            <a:r>
              <a:rPr b="1" lang="en" sz="1300">
                <a:solidFill>
                  <a:schemeClr val="lt1"/>
                </a:solidFill>
                <a:highlight>
                  <a:schemeClr val="dk1"/>
                </a:highlight>
              </a:rPr>
              <a:t>Model 1 - Random Forest Without SMOTE</a:t>
            </a:r>
            <a:endParaRPr sz="1300">
              <a:solidFill>
                <a:schemeClr val="lt1"/>
              </a:solidFill>
              <a:highlight>
                <a:schemeClr val="dk1"/>
              </a:highlight>
            </a:endParaRPr>
          </a:p>
        </p:txBody>
      </p:sp>
      <p:sp>
        <p:nvSpPr>
          <p:cNvPr id="849" name="Google Shape;849;p56"/>
          <p:cNvSpPr txBox="1"/>
          <p:nvPr>
            <p:ph type="title"/>
          </p:nvPr>
        </p:nvSpPr>
        <p:spPr>
          <a:xfrm>
            <a:off x="4476925" y="1195750"/>
            <a:ext cx="4923900" cy="384900"/>
          </a:xfrm>
          <a:prstGeom prst="rect">
            <a:avLst/>
          </a:prstGeom>
        </p:spPr>
        <p:txBody>
          <a:bodyPr anchorCtr="0" anchor="t" bIns="91425" lIns="0" spcFirstLastPara="1" rIns="91425" wrap="square" tIns="91425">
            <a:spAutoFit/>
          </a:bodyPr>
          <a:lstStyle/>
          <a:p>
            <a:pPr indent="0" lvl="0" marL="0" rtl="0" algn="just">
              <a:lnSpc>
                <a:spcPct val="150000"/>
              </a:lnSpc>
              <a:spcBef>
                <a:spcPts val="1200"/>
              </a:spcBef>
              <a:spcAft>
                <a:spcPts val="1200"/>
              </a:spcAft>
              <a:buNone/>
            </a:pPr>
            <a:r>
              <a:rPr b="1" lang="en" sz="1300">
                <a:solidFill>
                  <a:schemeClr val="lt1"/>
                </a:solidFill>
                <a:highlight>
                  <a:schemeClr val="dk1"/>
                </a:highlight>
              </a:rPr>
              <a:t>Model 2 - Stratified K-Fold Random Forest Without SMOTE</a:t>
            </a:r>
            <a:endParaRPr sz="1300">
              <a:solidFill>
                <a:schemeClr val="lt1"/>
              </a:solidFill>
              <a:highlight>
                <a:schemeClr val="dk1"/>
              </a:highlight>
            </a:endParaRPr>
          </a:p>
        </p:txBody>
      </p:sp>
      <p:pic>
        <p:nvPicPr>
          <p:cNvPr id="850" name="Google Shape;850;p56"/>
          <p:cNvPicPr preferRelativeResize="0"/>
          <p:nvPr/>
        </p:nvPicPr>
        <p:blipFill>
          <a:blip r:embed="rId3">
            <a:alphaModFix/>
          </a:blip>
          <a:stretch>
            <a:fillRect/>
          </a:stretch>
        </p:blipFill>
        <p:spPr>
          <a:xfrm>
            <a:off x="4818413" y="1715625"/>
            <a:ext cx="3780975" cy="2873200"/>
          </a:xfrm>
          <a:prstGeom prst="rect">
            <a:avLst/>
          </a:prstGeom>
          <a:noFill/>
          <a:ln>
            <a:noFill/>
          </a:ln>
        </p:spPr>
      </p:pic>
      <p:pic>
        <p:nvPicPr>
          <p:cNvPr id="851" name="Google Shape;851;p56"/>
          <p:cNvPicPr preferRelativeResize="0"/>
          <p:nvPr/>
        </p:nvPicPr>
        <p:blipFill>
          <a:blip r:embed="rId4">
            <a:alphaModFix/>
          </a:blip>
          <a:stretch>
            <a:fillRect/>
          </a:stretch>
        </p:blipFill>
        <p:spPr>
          <a:xfrm>
            <a:off x="439313" y="1680125"/>
            <a:ext cx="3780974" cy="29441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57"/>
          <p:cNvSpPr txBox="1"/>
          <p:nvPr>
            <p:ph type="title"/>
          </p:nvPr>
        </p:nvSpPr>
        <p:spPr>
          <a:xfrm>
            <a:off x="228600" y="226342"/>
            <a:ext cx="6480300" cy="7389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Feature  Importance</a:t>
            </a:r>
            <a:endParaRPr/>
          </a:p>
          <a:p>
            <a:pPr indent="0" lvl="0" marL="0" rtl="0" algn="l">
              <a:spcBef>
                <a:spcPts val="0"/>
              </a:spcBef>
              <a:spcAft>
                <a:spcPts val="0"/>
              </a:spcAft>
              <a:buNone/>
            </a:pPr>
            <a:r>
              <a:t/>
            </a:r>
            <a:endParaRPr/>
          </a:p>
        </p:txBody>
      </p:sp>
      <p:sp>
        <p:nvSpPr>
          <p:cNvPr id="857" name="Google Shape;857;p57"/>
          <p:cNvSpPr txBox="1"/>
          <p:nvPr>
            <p:ph type="title"/>
          </p:nvPr>
        </p:nvSpPr>
        <p:spPr>
          <a:xfrm>
            <a:off x="228600" y="1188100"/>
            <a:ext cx="4179300" cy="384900"/>
          </a:xfrm>
          <a:prstGeom prst="rect">
            <a:avLst/>
          </a:prstGeom>
        </p:spPr>
        <p:txBody>
          <a:bodyPr anchorCtr="0" anchor="t" bIns="91425" lIns="0" spcFirstLastPara="1" rIns="91425" wrap="square" tIns="91425">
            <a:spAutoFit/>
          </a:bodyPr>
          <a:lstStyle/>
          <a:p>
            <a:pPr indent="0" lvl="0" marL="0" rtl="0" algn="just">
              <a:lnSpc>
                <a:spcPct val="150000"/>
              </a:lnSpc>
              <a:spcBef>
                <a:spcPts val="1200"/>
              </a:spcBef>
              <a:spcAft>
                <a:spcPts val="1200"/>
              </a:spcAft>
              <a:buNone/>
            </a:pPr>
            <a:r>
              <a:rPr b="1" lang="en" sz="1300">
                <a:solidFill>
                  <a:schemeClr val="lt1"/>
                </a:solidFill>
                <a:highlight>
                  <a:schemeClr val="dk1"/>
                </a:highlight>
              </a:rPr>
              <a:t>Model 3 - Unstratified Random Forest With SMOTE </a:t>
            </a:r>
            <a:endParaRPr sz="1900">
              <a:solidFill>
                <a:schemeClr val="lt1"/>
              </a:solidFill>
              <a:highlight>
                <a:schemeClr val="dk1"/>
              </a:highlight>
            </a:endParaRPr>
          </a:p>
        </p:txBody>
      </p:sp>
      <p:sp>
        <p:nvSpPr>
          <p:cNvPr id="858" name="Google Shape;858;p57"/>
          <p:cNvSpPr txBox="1"/>
          <p:nvPr>
            <p:ph type="title"/>
          </p:nvPr>
        </p:nvSpPr>
        <p:spPr>
          <a:xfrm>
            <a:off x="4695900" y="1188100"/>
            <a:ext cx="4448100" cy="384900"/>
          </a:xfrm>
          <a:prstGeom prst="rect">
            <a:avLst/>
          </a:prstGeom>
        </p:spPr>
        <p:txBody>
          <a:bodyPr anchorCtr="0" anchor="t" bIns="91425" lIns="0" spcFirstLastPara="1" rIns="91425" wrap="square" tIns="91425">
            <a:spAutoFit/>
          </a:bodyPr>
          <a:lstStyle/>
          <a:p>
            <a:pPr indent="0" lvl="0" marL="0" rtl="0" algn="just">
              <a:lnSpc>
                <a:spcPct val="150000"/>
              </a:lnSpc>
              <a:spcBef>
                <a:spcPts val="1200"/>
              </a:spcBef>
              <a:spcAft>
                <a:spcPts val="1200"/>
              </a:spcAft>
              <a:buNone/>
            </a:pPr>
            <a:r>
              <a:rPr b="1" lang="en" sz="1300">
                <a:solidFill>
                  <a:schemeClr val="lt1"/>
                </a:solidFill>
                <a:highlight>
                  <a:schemeClr val="dk1"/>
                </a:highlight>
              </a:rPr>
              <a:t>Model 4- Stratified K-Fold Random Forest With SMOTE</a:t>
            </a:r>
            <a:endParaRPr sz="1300">
              <a:solidFill>
                <a:schemeClr val="lt1"/>
              </a:solidFill>
              <a:highlight>
                <a:schemeClr val="dk1"/>
              </a:highlight>
            </a:endParaRPr>
          </a:p>
        </p:txBody>
      </p:sp>
      <p:pic>
        <p:nvPicPr>
          <p:cNvPr id="859" name="Google Shape;859;p57"/>
          <p:cNvPicPr preferRelativeResize="0"/>
          <p:nvPr/>
        </p:nvPicPr>
        <p:blipFill>
          <a:blip r:embed="rId3">
            <a:alphaModFix/>
          </a:blip>
          <a:stretch>
            <a:fillRect/>
          </a:stretch>
        </p:blipFill>
        <p:spPr>
          <a:xfrm>
            <a:off x="487650" y="1795850"/>
            <a:ext cx="3684301" cy="2868920"/>
          </a:xfrm>
          <a:prstGeom prst="rect">
            <a:avLst/>
          </a:prstGeom>
          <a:noFill/>
          <a:ln>
            <a:noFill/>
          </a:ln>
        </p:spPr>
      </p:pic>
      <p:pic>
        <p:nvPicPr>
          <p:cNvPr id="860" name="Google Shape;860;p57"/>
          <p:cNvPicPr preferRelativeResize="0"/>
          <p:nvPr/>
        </p:nvPicPr>
        <p:blipFill>
          <a:blip r:embed="rId4">
            <a:alphaModFix/>
          </a:blip>
          <a:stretch>
            <a:fillRect/>
          </a:stretch>
        </p:blipFill>
        <p:spPr>
          <a:xfrm>
            <a:off x="4809338" y="1751150"/>
            <a:ext cx="3799116" cy="29583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58"/>
          <p:cNvSpPr txBox="1"/>
          <p:nvPr>
            <p:ph type="title"/>
          </p:nvPr>
        </p:nvSpPr>
        <p:spPr>
          <a:xfrm>
            <a:off x="228600" y="226342"/>
            <a:ext cx="64803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Feature  Importance</a:t>
            </a:r>
            <a:endParaRPr/>
          </a:p>
        </p:txBody>
      </p:sp>
      <p:sp>
        <p:nvSpPr>
          <p:cNvPr id="866" name="Google Shape;866;p58"/>
          <p:cNvSpPr txBox="1"/>
          <p:nvPr>
            <p:ph type="title"/>
          </p:nvPr>
        </p:nvSpPr>
        <p:spPr>
          <a:xfrm>
            <a:off x="2894425" y="869225"/>
            <a:ext cx="3915600" cy="384900"/>
          </a:xfrm>
          <a:prstGeom prst="rect">
            <a:avLst/>
          </a:prstGeom>
        </p:spPr>
        <p:txBody>
          <a:bodyPr anchorCtr="0" anchor="t" bIns="91425" lIns="0" spcFirstLastPara="1" rIns="91425" wrap="square" tIns="91425">
            <a:spAutoFit/>
          </a:bodyPr>
          <a:lstStyle/>
          <a:p>
            <a:pPr indent="0" lvl="0" marL="0" rtl="0" algn="just">
              <a:lnSpc>
                <a:spcPct val="150000"/>
              </a:lnSpc>
              <a:spcBef>
                <a:spcPts val="1200"/>
              </a:spcBef>
              <a:spcAft>
                <a:spcPts val="1200"/>
              </a:spcAft>
              <a:buNone/>
            </a:pPr>
            <a:r>
              <a:rPr b="1" lang="en" sz="1300">
                <a:solidFill>
                  <a:schemeClr val="lt1"/>
                </a:solidFill>
                <a:highlight>
                  <a:schemeClr val="dk1"/>
                </a:highlight>
              </a:rPr>
              <a:t>Model 5: Stratified K-Fold XGBoost (No SMOTE)</a:t>
            </a:r>
            <a:endParaRPr sz="1300">
              <a:solidFill>
                <a:schemeClr val="lt1"/>
              </a:solidFill>
              <a:highlight>
                <a:schemeClr val="dk1"/>
              </a:highlight>
            </a:endParaRPr>
          </a:p>
        </p:txBody>
      </p:sp>
      <p:pic>
        <p:nvPicPr>
          <p:cNvPr id="867" name="Google Shape;867;p58"/>
          <p:cNvPicPr preferRelativeResize="0"/>
          <p:nvPr/>
        </p:nvPicPr>
        <p:blipFill>
          <a:blip r:embed="rId3">
            <a:alphaModFix/>
          </a:blip>
          <a:stretch>
            <a:fillRect/>
          </a:stretch>
        </p:blipFill>
        <p:spPr>
          <a:xfrm>
            <a:off x="2894413" y="1435325"/>
            <a:ext cx="3713375" cy="3155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59"/>
          <p:cNvSpPr txBox="1"/>
          <p:nvPr>
            <p:ph type="title"/>
          </p:nvPr>
        </p:nvSpPr>
        <p:spPr>
          <a:xfrm>
            <a:off x="3948900" y="2039700"/>
            <a:ext cx="4966500" cy="10641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Final Model Performance Results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60"/>
          <p:cNvSpPr txBox="1"/>
          <p:nvPr>
            <p:ph type="title"/>
          </p:nvPr>
        </p:nvSpPr>
        <p:spPr>
          <a:xfrm>
            <a:off x="603150" y="522475"/>
            <a:ext cx="4015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Performance Metrics</a:t>
            </a:r>
            <a:endParaRPr/>
          </a:p>
        </p:txBody>
      </p:sp>
      <p:sp>
        <p:nvSpPr>
          <p:cNvPr id="878" name="Google Shape;878;p60"/>
          <p:cNvSpPr txBox="1"/>
          <p:nvPr>
            <p:ph type="title"/>
          </p:nvPr>
        </p:nvSpPr>
        <p:spPr>
          <a:xfrm>
            <a:off x="603150" y="1144075"/>
            <a:ext cx="2628300" cy="3786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sz="1400">
                <a:solidFill>
                  <a:schemeClr val="lt1"/>
                </a:solidFill>
              </a:rPr>
              <a:t>Classification Report </a:t>
            </a:r>
            <a:endParaRPr sz="1400">
              <a:solidFill>
                <a:schemeClr val="lt1"/>
              </a:solidFill>
            </a:endParaRPr>
          </a:p>
        </p:txBody>
      </p:sp>
      <p:pic>
        <p:nvPicPr>
          <p:cNvPr id="879" name="Google Shape;879;p60"/>
          <p:cNvPicPr preferRelativeResize="0"/>
          <p:nvPr/>
        </p:nvPicPr>
        <p:blipFill>
          <a:blip r:embed="rId3">
            <a:alphaModFix/>
          </a:blip>
          <a:stretch>
            <a:fillRect/>
          </a:stretch>
        </p:blipFill>
        <p:spPr>
          <a:xfrm>
            <a:off x="1565228" y="1895400"/>
            <a:ext cx="6107450" cy="23472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61"/>
          <p:cNvSpPr txBox="1"/>
          <p:nvPr>
            <p:ph type="title"/>
          </p:nvPr>
        </p:nvSpPr>
        <p:spPr>
          <a:xfrm>
            <a:off x="962425" y="920275"/>
            <a:ext cx="2628300" cy="400200"/>
          </a:xfrm>
          <a:prstGeom prst="rect">
            <a:avLst/>
          </a:prstGeom>
        </p:spPr>
        <p:txBody>
          <a:bodyPr anchorCtr="0" anchor="t" bIns="91425" lIns="0" spcFirstLastPara="1" rIns="91425" wrap="square" tIns="91425">
            <a:spAutoFit/>
          </a:bodyPr>
          <a:lstStyle/>
          <a:p>
            <a:pPr indent="0" lvl="0" marL="0" rtl="0" algn="just">
              <a:lnSpc>
                <a:spcPct val="150000"/>
              </a:lnSpc>
              <a:spcBef>
                <a:spcPts val="1200"/>
              </a:spcBef>
              <a:spcAft>
                <a:spcPts val="1200"/>
              </a:spcAft>
              <a:buNone/>
            </a:pPr>
            <a:r>
              <a:rPr b="1" lang="en" sz="1400">
                <a:solidFill>
                  <a:schemeClr val="lt1"/>
                </a:solidFill>
                <a:highlight>
                  <a:schemeClr val="dk1"/>
                </a:highlight>
              </a:rPr>
              <a:t>Confusion matrix</a:t>
            </a:r>
            <a:endParaRPr sz="1400">
              <a:solidFill>
                <a:schemeClr val="lt1"/>
              </a:solidFill>
              <a:highlight>
                <a:schemeClr val="dk1"/>
              </a:highlight>
            </a:endParaRPr>
          </a:p>
        </p:txBody>
      </p:sp>
      <p:pic>
        <p:nvPicPr>
          <p:cNvPr id="885" name="Google Shape;885;p61"/>
          <p:cNvPicPr preferRelativeResize="0"/>
          <p:nvPr/>
        </p:nvPicPr>
        <p:blipFill>
          <a:blip r:embed="rId3">
            <a:alphaModFix/>
          </a:blip>
          <a:stretch>
            <a:fillRect/>
          </a:stretch>
        </p:blipFill>
        <p:spPr>
          <a:xfrm>
            <a:off x="228600" y="1384375"/>
            <a:ext cx="4493450" cy="3600325"/>
          </a:xfrm>
          <a:prstGeom prst="rect">
            <a:avLst/>
          </a:prstGeom>
          <a:noFill/>
          <a:ln>
            <a:noFill/>
          </a:ln>
        </p:spPr>
      </p:pic>
      <p:sp>
        <p:nvSpPr>
          <p:cNvPr id="886" name="Google Shape;886;p61"/>
          <p:cNvSpPr txBox="1"/>
          <p:nvPr>
            <p:ph type="title"/>
          </p:nvPr>
        </p:nvSpPr>
        <p:spPr>
          <a:xfrm>
            <a:off x="5488650" y="984163"/>
            <a:ext cx="2628300" cy="400200"/>
          </a:xfrm>
          <a:prstGeom prst="rect">
            <a:avLst/>
          </a:prstGeom>
        </p:spPr>
        <p:txBody>
          <a:bodyPr anchorCtr="0" anchor="t" bIns="91425" lIns="0" spcFirstLastPara="1" rIns="91425" wrap="square" tIns="91425">
            <a:spAutoFit/>
          </a:bodyPr>
          <a:lstStyle/>
          <a:p>
            <a:pPr indent="0" lvl="0" marL="0" rtl="0" algn="just">
              <a:lnSpc>
                <a:spcPct val="150000"/>
              </a:lnSpc>
              <a:spcBef>
                <a:spcPts val="1200"/>
              </a:spcBef>
              <a:spcAft>
                <a:spcPts val="1200"/>
              </a:spcAft>
              <a:buNone/>
            </a:pPr>
            <a:r>
              <a:rPr b="1" lang="en" sz="1400">
                <a:solidFill>
                  <a:schemeClr val="lt1"/>
                </a:solidFill>
                <a:highlight>
                  <a:schemeClr val="dk1"/>
                </a:highlight>
              </a:rPr>
              <a:t>ROC-AUC Curve</a:t>
            </a:r>
            <a:endParaRPr sz="1400">
              <a:solidFill>
                <a:schemeClr val="lt1"/>
              </a:solidFill>
              <a:highlight>
                <a:schemeClr val="dk1"/>
              </a:highlight>
            </a:endParaRPr>
          </a:p>
        </p:txBody>
      </p:sp>
      <p:pic>
        <p:nvPicPr>
          <p:cNvPr id="887" name="Google Shape;887;p61"/>
          <p:cNvPicPr preferRelativeResize="0"/>
          <p:nvPr/>
        </p:nvPicPr>
        <p:blipFill>
          <a:blip r:embed="rId4">
            <a:alphaModFix/>
          </a:blip>
          <a:stretch>
            <a:fillRect/>
          </a:stretch>
        </p:blipFill>
        <p:spPr>
          <a:xfrm>
            <a:off x="4882300" y="1395800"/>
            <a:ext cx="3653200" cy="3696175"/>
          </a:xfrm>
          <a:prstGeom prst="rect">
            <a:avLst/>
          </a:prstGeom>
          <a:noFill/>
          <a:ln>
            <a:noFill/>
          </a:ln>
        </p:spPr>
      </p:pic>
      <p:sp>
        <p:nvSpPr>
          <p:cNvPr id="888" name="Google Shape;888;p61"/>
          <p:cNvSpPr txBox="1"/>
          <p:nvPr>
            <p:ph type="title"/>
          </p:nvPr>
        </p:nvSpPr>
        <p:spPr>
          <a:xfrm>
            <a:off x="603150" y="522475"/>
            <a:ext cx="4015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Performance Metrics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62"/>
          <p:cNvSpPr txBox="1"/>
          <p:nvPr>
            <p:ph type="title"/>
          </p:nvPr>
        </p:nvSpPr>
        <p:spPr>
          <a:xfrm>
            <a:off x="482525" y="1029875"/>
            <a:ext cx="2628300" cy="400200"/>
          </a:xfrm>
          <a:prstGeom prst="rect">
            <a:avLst/>
          </a:prstGeom>
        </p:spPr>
        <p:txBody>
          <a:bodyPr anchorCtr="0" anchor="t" bIns="91425" lIns="0" spcFirstLastPara="1" rIns="91425" wrap="square" tIns="91425">
            <a:spAutoFit/>
          </a:bodyPr>
          <a:lstStyle/>
          <a:p>
            <a:pPr indent="0" lvl="0" marL="0" rtl="0" algn="just">
              <a:lnSpc>
                <a:spcPct val="150000"/>
              </a:lnSpc>
              <a:spcBef>
                <a:spcPts val="1200"/>
              </a:spcBef>
              <a:spcAft>
                <a:spcPts val="1200"/>
              </a:spcAft>
              <a:buNone/>
            </a:pPr>
            <a:r>
              <a:rPr b="1" lang="en" sz="1400">
                <a:solidFill>
                  <a:schemeClr val="lt1"/>
                </a:solidFill>
                <a:highlight>
                  <a:schemeClr val="dk1"/>
                </a:highlight>
              </a:rPr>
              <a:t>Precision-Recall Curve</a:t>
            </a:r>
            <a:endParaRPr sz="1400">
              <a:solidFill>
                <a:schemeClr val="lt1"/>
              </a:solidFill>
              <a:highlight>
                <a:schemeClr val="dk1"/>
              </a:highlight>
            </a:endParaRPr>
          </a:p>
        </p:txBody>
      </p:sp>
      <p:sp>
        <p:nvSpPr>
          <p:cNvPr id="894" name="Google Shape;894;p62"/>
          <p:cNvSpPr txBox="1"/>
          <p:nvPr>
            <p:ph type="title"/>
          </p:nvPr>
        </p:nvSpPr>
        <p:spPr>
          <a:xfrm>
            <a:off x="4572000" y="1029875"/>
            <a:ext cx="2628300" cy="400200"/>
          </a:xfrm>
          <a:prstGeom prst="rect">
            <a:avLst/>
          </a:prstGeom>
        </p:spPr>
        <p:txBody>
          <a:bodyPr anchorCtr="0" anchor="t" bIns="91425" lIns="0" spcFirstLastPara="1" rIns="91425" wrap="square" tIns="91425">
            <a:spAutoFit/>
          </a:bodyPr>
          <a:lstStyle/>
          <a:p>
            <a:pPr indent="0" lvl="0" marL="0" rtl="0" algn="just">
              <a:lnSpc>
                <a:spcPct val="150000"/>
              </a:lnSpc>
              <a:spcBef>
                <a:spcPts val="1200"/>
              </a:spcBef>
              <a:spcAft>
                <a:spcPts val="1200"/>
              </a:spcAft>
              <a:buNone/>
            </a:pPr>
            <a:r>
              <a:rPr b="1" lang="en" sz="1400">
                <a:solidFill>
                  <a:schemeClr val="lt1"/>
                </a:solidFill>
                <a:highlight>
                  <a:schemeClr val="dk1"/>
                </a:highlight>
              </a:rPr>
              <a:t>CAP Curve</a:t>
            </a:r>
            <a:endParaRPr b="1" sz="1400">
              <a:solidFill>
                <a:schemeClr val="lt1"/>
              </a:solidFill>
              <a:highlight>
                <a:schemeClr val="dk1"/>
              </a:highlight>
            </a:endParaRPr>
          </a:p>
        </p:txBody>
      </p:sp>
      <p:pic>
        <p:nvPicPr>
          <p:cNvPr id="895" name="Google Shape;895;p62"/>
          <p:cNvPicPr preferRelativeResize="0"/>
          <p:nvPr/>
        </p:nvPicPr>
        <p:blipFill>
          <a:blip r:embed="rId3">
            <a:alphaModFix/>
          </a:blip>
          <a:stretch>
            <a:fillRect/>
          </a:stretch>
        </p:blipFill>
        <p:spPr>
          <a:xfrm>
            <a:off x="106500" y="1383425"/>
            <a:ext cx="3735750" cy="3664225"/>
          </a:xfrm>
          <a:prstGeom prst="rect">
            <a:avLst/>
          </a:prstGeom>
          <a:noFill/>
          <a:ln>
            <a:noFill/>
          </a:ln>
        </p:spPr>
      </p:pic>
      <p:pic>
        <p:nvPicPr>
          <p:cNvPr id="896" name="Google Shape;896;p62"/>
          <p:cNvPicPr preferRelativeResize="0"/>
          <p:nvPr/>
        </p:nvPicPr>
        <p:blipFill>
          <a:blip r:embed="rId4">
            <a:alphaModFix/>
          </a:blip>
          <a:stretch>
            <a:fillRect/>
          </a:stretch>
        </p:blipFill>
        <p:spPr>
          <a:xfrm>
            <a:off x="3983413" y="1430075"/>
            <a:ext cx="5160588" cy="3342000"/>
          </a:xfrm>
          <a:prstGeom prst="rect">
            <a:avLst/>
          </a:prstGeom>
          <a:noFill/>
          <a:ln>
            <a:noFill/>
          </a:ln>
        </p:spPr>
      </p:pic>
      <p:sp>
        <p:nvSpPr>
          <p:cNvPr id="897" name="Google Shape;897;p62"/>
          <p:cNvSpPr txBox="1"/>
          <p:nvPr>
            <p:ph type="title"/>
          </p:nvPr>
        </p:nvSpPr>
        <p:spPr>
          <a:xfrm>
            <a:off x="603150" y="522475"/>
            <a:ext cx="4015800" cy="461700"/>
          </a:xfrm>
          <a:prstGeom prst="rect">
            <a:avLst/>
          </a:prstGeom>
        </p:spPr>
        <p:txBody>
          <a:bodyPr anchorCtr="0" anchor="t" bIns="91425" lIns="0" spcFirstLastPara="1" rIns="91425" wrap="square" tIns="91425">
            <a:spAutoFit/>
          </a:bodyPr>
          <a:lstStyle/>
          <a:p>
            <a:pPr indent="0" lvl="0" marL="0" rtl="0" algn="l">
              <a:spcBef>
                <a:spcPts val="0"/>
              </a:spcBef>
              <a:spcAft>
                <a:spcPts val="0"/>
              </a:spcAft>
              <a:buNone/>
            </a:pPr>
            <a:r>
              <a:rPr lang="en"/>
              <a:t>Performance Metrics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63"/>
          <p:cNvSpPr txBox="1"/>
          <p:nvPr>
            <p:ph type="title"/>
          </p:nvPr>
        </p:nvSpPr>
        <p:spPr>
          <a:xfrm>
            <a:off x="228600" y="334442"/>
            <a:ext cx="6480300" cy="492600"/>
          </a:xfrm>
          <a:prstGeom prst="rect">
            <a:avLst/>
          </a:prstGeom>
        </p:spPr>
        <p:txBody>
          <a:bodyPr anchorCtr="0" anchor="t" bIns="91425" lIns="0" spcFirstLastPara="1" rIns="91425" wrap="square" tIns="91425">
            <a:spAutoFit/>
          </a:bodyPr>
          <a:lstStyle/>
          <a:p>
            <a:pPr indent="0" lvl="0" marL="0" rtl="0" algn="l">
              <a:lnSpc>
                <a:spcPct val="115000"/>
              </a:lnSpc>
              <a:spcBef>
                <a:spcPts val="0"/>
              </a:spcBef>
              <a:spcAft>
                <a:spcPts val="400"/>
              </a:spcAft>
              <a:buNone/>
            </a:pPr>
            <a:r>
              <a:rPr b="1" lang="en"/>
              <a:t>Model Deployment </a:t>
            </a:r>
            <a:endParaRPr/>
          </a:p>
        </p:txBody>
      </p:sp>
      <p:pic>
        <p:nvPicPr>
          <p:cNvPr id="903" name="Google Shape;903;p63"/>
          <p:cNvPicPr preferRelativeResize="0"/>
          <p:nvPr/>
        </p:nvPicPr>
        <p:blipFill>
          <a:blip r:embed="rId3">
            <a:alphaModFix/>
          </a:blip>
          <a:stretch>
            <a:fillRect/>
          </a:stretch>
        </p:blipFill>
        <p:spPr>
          <a:xfrm>
            <a:off x="3132950" y="1489900"/>
            <a:ext cx="5852099" cy="2804489"/>
          </a:xfrm>
          <a:prstGeom prst="rect">
            <a:avLst/>
          </a:prstGeom>
          <a:noFill/>
          <a:ln>
            <a:noFill/>
          </a:ln>
        </p:spPr>
      </p:pic>
      <p:sp>
        <p:nvSpPr>
          <p:cNvPr id="904" name="Google Shape;904;p63"/>
          <p:cNvSpPr txBox="1"/>
          <p:nvPr>
            <p:ph idx="4294967295" type="title"/>
          </p:nvPr>
        </p:nvSpPr>
        <p:spPr>
          <a:xfrm>
            <a:off x="168475" y="1489900"/>
            <a:ext cx="2770800" cy="18480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sz="1400">
                <a:solidFill>
                  <a:schemeClr val="lt1"/>
                </a:solidFill>
              </a:rPr>
              <a:t>After the successful training of our model, we adopted a micro-service architecture where the machine learning model is decoupled from the training environment and served via a lightweight web application.</a:t>
            </a:r>
            <a:endParaRPr b="1" sz="14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64"/>
          <p:cNvSpPr txBox="1"/>
          <p:nvPr>
            <p:ph type="title"/>
          </p:nvPr>
        </p:nvSpPr>
        <p:spPr>
          <a:xfrm>
            <a:off x="3948900" y="1801500"/>
            <a:ext cx="4966500" cy="11415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Comparison With Others’ Work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65"/>
          <p:cNvSpPr txBox="1"/>
          <p:nvPr>
            <p:ph type="title"/>
          </p:nvPr>
        </p:nvSpPr>
        <p:spPr>
          <a:xfrm>
            <a:off x="228600" y="334446"/>
            <a:ext cx="6480300" cy="461700"/>
          </a:xfrm>
          <a:prstGeom prst="rect">
            <a:avLst/>
          </a:prstGeom>
        </p:spPr>
        <p:txBody>
          <a:bodyPr anchorCtr="0" anchor="t" bIns="91425" lIns="0" spcFirstLastPara="1" rIns="91425" wrap="square" tIns="91425">
            <a:spAutoFit/>
          </a:bodyPr>
          <a:lstStyle/>
          <a:p>
            <a:pPr indent="0" lvl="0" marL="0" rtl="0" algn="l">
              <a:lnSpc>
                <a:spcPct val="122222"/>
              </a:lnSpc>
              <a:spcBef>
                <a:spcPts val="0"/>
              </a:spcBef>
              <a:spcAft>
                <a:spcPts val="1200"/>
              </a:spcAft>
              <a:buNone/>
            </a:pPr>
            <a:r>
              <a:rPr b="1" lang="en" sz="1800">
                <a:highlight>
                  <a:schemeClr val="dk1"/>
                </a:highlight>
                <a:latin typeface="Arial"/>
                <a:ea typeface="Arial"/>
                <a:cs typeface="Arial"/>
                <a:sym typeface="Arial"/>
              </a:rPr>
              <a:t>Predicting Uber Ride Cancellations - </a:t>
            </a:r>
            <a:endParaRPr b="1" sz="1800">
              <a:highlight>
                <a:schemeClr val="dk1"/>
              </a:highlight>
            </a:endParaRPr>
          </a:p>
        </p:txBody>
      </p:sp>
      <p:pic>
        <p:nvPicPr>
          <p:cNvPr id="915" name="Google Shape;915;p65"/>
          <p:cNvPicPr preferRelativeResize="0"/>
          <p:nvPr/>
        </p:nvPicPr>
        <p:blipFill>
          <a:blip r:embed="rId3">
            <a:alphaModFix/>
          </a:blip>
          <a:stretch>
            <a:fillRect/>
          </a:stretch>
        </p:blipFill>
        <p:spPr>
          <a:xfrm>
            <a:off x="4562698" y="1571125"/>
            <a:ext cx="4480202" cy="2914675"/>
          </a:xfrm>
          <a:prstGeom prst="rect">
            <a:avLst/>
          </a:prstGeom>
          <a:noFill/>
          <a:ln>
            <a:noFill/>
          </a:ln>
        </p:spPr>
      </p:pic>
      <p:pic>
        <p:nvPicPr>
          <p:cNvPr id="916" name="Google Shape;916;p65"/>
          <p:cNvPicPr preferRelativeResize="0"/>
          <p:nvPr/>
        </p:nvPicPr>
        <p:blipFill>
          <a:blip r:embed="rId4">
            <a:alphaModFix/>
          </a:blip>
          <a:stretch>
            <a:fillRect/>
          </a:stretch>
        </p:blipFill>
        <p:spPr>
          <a:xfrm>
            <a:off x="157887" y="1571125"/>
            <a:ext cx="4343825" cy="2914676"/>
          </a:xfrm>
          <a:prstGeom prst="rect">
            <a:avLst/>
          </a:prstGeom>
          <a:noFill/>
          <a:ln>
            <a:noFill/>
          </a:ln>
        </p:spPr>
      </p:pic>
      <p:sp>
        <p:nvSpPr>
          <p:cNvPr id="917" name="Google Shape;917;p65"/>
          <p:cNvSpPr txBox="1"/>
          <p:nvPr>
            <p:ph idx="4294967295" type="title"/>
          </p:nvPr>
        </p:nvSpPr>
        <p:spPr>
          <a:xfrm>
            <a:off x="109125" y="870700"/>
            <a:ext cx="7014900" cy="3633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sz="1400">
                <a:solidFill>
                  <a:schemeClr val="lt1"/>
                </a:solidFill>
              </a:rPr>
              <a:t>Url: https://www.kaggle.com/code/denvermagtibay/predicting-uber-ride-cancellations </a:t>
            </a:r>
            <a:endParaRPr b="1" sz="1400">
              <a:solidFill>
                <a:schemeClr val="lt1"/>
              </a:solidFill>
            </a:endParaRPr>
          </a:p>
        </p:txBody>
      </p:sp>
      <p:sp>
        <p:nvSpPr>
          <p:cNvPr id="918" name="Google Shape;918;p65"/>
          <p:cNvSpPr txBox="1"/>
          <p:nvPr>
            <p:ph idx="4294967295" type="title"/>
          </p:nvPr>
        </p:nvSpPr>
        <p:spPr>
          <a:xfrm>
            <a:off x="3947950" y="1169425"/>
            <a:ext cx="2351400" cy="461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sz="1400">
                <a:solidFill>
                  <a:schemeClr val="lt1"/>
                </a:solidFill>
              </a:rPr>
              <a:t>Logistic Regression</a:t>
            </a:r>
            <a:r>
              <a:rPr lang="en" sz="1400">
                <a:solidFill>
                  <a:schemeClr val="lt1"/>
                </a:solidFill>
              </a:rPr>
              <a:t> Model</a:t>
            </a:r>
            <a:endParaRPr sz="14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66"/>
          <p:cNvSpPr txBox="1"/>
          <p:nvPr>
            <p:ph type="title"/>
          </p:nvPr>
        </p:nvSpPr>
        <p:spPr>
          <a:xfrm>
            <a:off x="228600" y="286448"/>
            <a:ext cx="6480300" cy="461700"/>
          </a:xfrm>
          <a:prstGeom prst="rect">
            <a:avLst/>
          </a:prstGeom>
        </p:spPr>
        <p:txBody>
          <a:bodyPr anchorCtr="0" anchor="t" bIns="91425" lIns="0" spcFirstLastPara="1" rIns="91425" wrap="square" tIns="91425">
            <a:spAutoFit/>
          </a:bodyPr>
          <a:lstStyle/>
          <a:p>
            <a:pPr indent="0" lvl="0" marL="0" rtl="0" algn="l">
              <a:lnSpc>
                <a:spcPct val="122222"/>
              </a:lnSpc>
              <a:spcBef>
                <a:spcPts val="0"/>
              </a:spcBef>
              <a:spcAft>
                <a:spcPts val="1200"/>
              </a:spcAft>
              <a:buNone/>
            </a:pPr>
            <a:r>
              <a:rPr b="1" lang="en" sz="1800">
                <a:highlight>
                  <a:schemeClr val="dk1"/>
                </a:highlight>
                <a:latin typeface="Arial"/>
                <a:ea typeface="Arial"/>
                <a:cs typeface="Arial"/>
                <a:sym typeface="Arial"/>
              </a:rPr>
              <a:t>Predicting Uber Ride Cancellations - </a:t>
            </a:r>
            <a:r>
              <a:rPr b="1" lang="en" sz="1800">
                <a:highlight>
                  <a:schemeClr val="dk1"/>
                </a:highlight>
                <a:latin typeface="Arial"/>
                <a:ea typeface="Arial"/>
                <a:cs typeface="Arial"/>
                <a:sym typeface="Arial"/>
              </a:rPr>
              <a:t>By Denver Magtibay</a:t>
            </a:r>
            <a:endParaRPr sz="1800">
              <a:highlight>
                <a:schemeClr val="dk1"/>
              </a:highlight>
              <a:latin typeface="Arial"/>
              <a:ea typeface="Arial"/>
              <a:cs typeface="Arial"/>
              <a:sym typeface="Arial"/>
            </a:endParaRPr>
          </a:p>
        </p:txBody>
      </p:sp>
      <p:sp>
        <p:nvSpPr>
          <p:cNvPr id="924" name="Google Shape;924;p66"/>
          <p:cNvSpPr txBox="1"/>
          <p:nvPr>
            <p:ph idx="4294967295" type="title"/>
          </p:nvPr>
        </p:nvSpPr>
        <p:spPr>
          <a:xfrm>
            <a:off x="4813650" y="1339800"/>
            <a:ext cx="2351400" cy="461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sz="1400">
                <a:solidFill>
                  <a:schemeClr val="lt1"/>
                </a:solidFill>
              </a:rPr>
              <a:t>XGBoost Model</a:t>
            </a:r>
            <a:endParaRPr sz="1400">
              <a:solidFill>
                <a:schemeClr val="lt1"/>
              </a:solidFill>
            </a:endParaRPr>
          </a:p>
        </p:txBody>
      </p:sp>
      <p:pic>
        <p:nvPicPr>
          <p:cNvPr id="925" name="Google Shape;925;p66"/>
          <p:cNvPicPr preferRelativeResize="0"/>
          <p:nvPr/>
        </p:nvPicPr>
        <p:blipFill>
          <a:blip r:embed="rId3">
            <a:alphaModFix/>
          </a:blip>
          <a:stretch>
            <a:fillRect/>
          </a:stretch>
        </p:blipFill>
        <p:spPr>
          <a:xfrm>
            <a:off x="120812" y="2130363"/>
            <a:ext cx="4417974" cy="2424112"/>
          </a:xfrm>
          <a:prstGeom prst="rect">
            <a:avLst/>
          </a:prstGeom>
          <a:noFill/>
          <a:ln>
            <a:noFill/>
          </a:ln>
        </p:spPr>
      </p:pic>
      <p:pic>
        <p:nvPicPr>
          <p:cNvPr id="926" name="Google Shape;926;p66"/>
          <p:cNvPicPr preferRelativeResize="0"/>
          <p:nvPr/>
        </p:nvPicPr>
        <p:blipFill>
          <a:blip r:embed="rId4">
            <a:alphaModFix/>
          </a:blip>
          <a:stretch>
            <a:fillRect/>
          </a:stretch>
        </p:blipFill>
        <p:spPr>
          <a:xfrm>
            <a:off x="4669466" y="2097450"/>
            <a:ext cx="4417983" cy="2489950"/>
          </a:xfrm>
          <a:prstGeom prst="rect">
            <a:avLst/>
          </a:prstGeom>
          <a:noFill/>
          <a:ln>
            <a:noFill/>
          </a:ln>
        </p:spPr>
      </p:pic>
      <p:sp>
        <p:nvSpPr>
          <p:cNvPr id="927" name="Google Shape;927;p66"/>
          <p:cNvSpPr txBox="1"/>
          <p:nvPr>
            <p:ph idx="4294967295" type="title"/>
          </p:nvPr>
        </p:nvSpPr>
        <p:spPr>
          <a:xfrm>
            <a:off x="277125" y="1433700"/>
            <a:ext cx="2351400" cy="461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sz="1400">
                <a:solidFill>
                  <a:schemeClr val="lt1"/>
                </a:solidFill>
              </a:rPr>
              <a:t>Random  Forest </a:t>
            </a:r>
            <a:r>
              <a:rPr lang="en" sz="1400">
                <a:solidFill>
                  <a:schemeClr val="lt1"/>
                </a:solidFill>
              </a:rPr>
              <a:t>Model</a:t>
            </a:r>
            <a:endParaRPr sz="14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67"/>
          <p:cNvSpPr txBox="1"/>
          <p:nvPr>
            <p:ph type="title"/>
          </p:nvPr>
        </p:nvSpPr>
        <p:spPr>
          <a:xfrm>
            <a:off x="228600" y="286448"/>
            <a:ext cx="6480300" cy="461700"/>
          </a:xfrm>
          <a:prstGeom prst="rect">
            <a:avLst/>
          </a:prstGeom>
        </p:spPr>
        <p:txBody>
          <a:bodyPr anchorCtr="0" anchor="t" bIns="91425" lIns="0" spcFirstLastPara="1" rIns="91425" wrap="square" tIns="91425">
            <a:spAutoFit/>
          </a:bodyPr>
          <a:lstStyle/>
          <a:p>
            <a:pPr indent="0" lvl="0" marL="0" rtl="0" algn="l">
              <a:lnSpc>
                <a:spcPct val="122222"/>
              </a:lnSpc>
              <a:spcBef>
                <a:spcPts val="0"/>
              </a:spcBef>
              <a:spcAft>
                <a:spcPts val="1200"/>
              </a:spcAft>
              <a:buNone/>
            </a:pPr>
            <a:r>
              <a:rPr b="1" lang="en" sz="1800">
                <a:highlight>
                  <a:schemeClr val="dk1"/>
                </a:highlight>
                <a:latin typeface="Arial"/>
                <a:ea typeface="Arial"/>
                <a:cs typeface="Arial"/>
                <a:sym typeface="Arial"/>
              </a:rPr>
              <a:t>Predicting Uber Ride Cancellations - By Denver Magtibay</a:t>
            </a:r>
            <a:endParaRPr sz="1800">
              <a:highlight>
                <a:schemeClr val="dk1"/>
              </a:highlight>
              <a:latin typeface="Arial"/>
              <a:ea typeface="Arial"/>
              <a:cs typeface="Arial"/>
              <a:sym typeface="Arial"/>
            </a:endParaRPr>
          </a:p>
        </p:txBody>
      </p:sp>
      <p:pic>
        <p:nvPicPr>
          <p:cNvPr id="933" name="Google Shape;933;p67"/>
          <p:cNvPicPr preferRelativeResize="0"/>
          <p:nvPr/>
        </p:nvPicPr>
        <p:blipFill>
          <a:blip r:embed="rId3">
            <a:alphaModFix/>
          </a:blip>
          <a:stretch>
            <a:fillRect/>
          </a:stretch>
        </p:blipFill>
        <p:spPr>
          <a:xfrm>
            <a:off x="228600" y="1305223"/>
            <a:ext cx="7658100" cy="30670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68"/>
          <p:cNvSpPr txBox="1"/>
          <p:nvPr>
            <p:ph type="title"/>
          </p:nvPr>
        </p:nvSpPr>
        <p:spPr>
          <a:xfrm>
            <a:off x="206175" y="228596"/>
            <a:ext cx="6480300" cy="461700"/>
          </a:xfrm>
          <a:prstGeom prst="rect">
            <a:avLst/>
          </a:prstGeom>
        </p:spPr>
        <p:txBody>
          <a:bodyPr anchorCtr="0" anchor="t" bIns="91425" lIns="0" spcFirstLastPara="1" rIns="91425" wrap="square" tIns="91425">
            <a:spAutoFit/>
          </a:bodyPr>
          <a:lstStyle/>
          <a:p>
            <a:pPr indent="0" lvl="0" marL="0" rtl="0" algn="l">
              <a:lnSpc>
                <a:spcPct val="122222"/>
              </a:lnSpc>
              <a:spcBef>
                <a:spcPts val="0"/>
              </a:spcBef>
              <a:spcAft>
                <a:spcPts val="1200"/>
              </a:spcAft>
              <a:buNone/>
            </a:pPr>
            <a:r>
              <a:rPr b="1" lang="en" sz="1800">
                <a:highlight>
                  <a:schemeClr val="dk1"/>
                </a:highlight>
                <a:latin typeface="Arial"/>
                <a:ea typeface="Arial"/>
                <a:cs typeface="Arial"/>
                <a:sym typeface="Arial"/>
              </a:rPr>
              <a:t>Predicting Uber Ride Cancellations - By </a:t>
            </a:r>
            <a:r>
              <a:rPr b="1" lang="en" sz="1800">
                <a:highlight>
                  <a:schemeClr val="dk1"/>
                </a:highlight>
                <a:latin typeface="Arial"/>
                <a:ea typeface="Arial"/>
                <a:cs typeface="Arial"/>
                <a:sym typeface="Arial"/>
              </a:rPr>
              <a:t>Hùng Nguyễn Huy</a:t>
            </a:r>
            <a:endParaRPr b="1" sz="1800">
              <a:highlight>
                <a:schemeClr val="dk1"/>
              </a:highlight>
            </a:endParaRPr>
          </a:p>
        </p:txBody>
      </p:sp>
      <p:sp>
        <p:nvSpPr>
          <p:cNvPr id="939" name="Google Shape;939;p68"/>
          <p:cNvSpPr txBox="1"/>
          <p:nvPr>
            <p:ph idx="4294967295" type="title"/>
          </p:nvPr>
        </p:nvSpPr>
        <p:spPr>
          <a:xfrm>
            <a:off x="101500" y="581875"/>
            <a:ext cx="6636300" cy="3702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sz="1400">
                <a:solidFill>
                  <a:schemeClr val="lt1"/>
                </a:solidFill>
              </a:rPr>
              <a:t>Url:  https://www.kaggle.com/code/hngnguynhuy/booking-cancellation-prediction</a:t>
            </a:r>
            <a:endParaRPr b="1" sz="1400">
              <a:solidFill>
                <a:schemeClr val="lt1"/>
              </a:solidFill>
            </a:endParaRPr>
          </a:p>
        </p:txBody>
      </p:sp>
      <p:pic>
        <p:nvPicPr>
          <p:cNvPr id="940" name="Google Shape;940;p68"/>
          <p:cNvPicPr preferRelativeResize="0"/>
          <p:nvPr/>
        </p:nvPicPr>
        <p:blipFill>
          <a:blip r:embed="rId3">
            <a:alphaModFix/>
          </a:blip>
          <a:stretch>
            <a:fillRect/>
          </a:stretch>
        </p:blipFill>
        <p:spPr>
          <a:xfrm>
            <a:off x="101500" y="2067750"/>
            <a:ext cx="4284901" cy="2458001"/>
          </a:xfrm>
          <a:prstGeom prst="rect">
            <a:avLst/>
          </a:prstGeom>
          <a:noFill/>
          <a:ln>
            <a:noFill/>
          </a:ln>
        </p:spPr>
      </p:pic>
      <p:pic>
        <p:nvPicPr>
          <p:cNvPr id="941" name="Google Shape;941;p68"/>
          <p:cNvPicPr preferRelativeResize="0"/>
          <p:nvPr/>
        </p:nvPicPr>
        <p:blipFill>
          <a:blip r:embed="rId4">
            <a:alphaModFix/>
          </a:blip>
          <a:stretch>
            <a:fillRect/>
          </a:stretch>
        </p:blipFill>
        <p:spPr>
          <a:xfrm>
            <a:off x="4539282" y="2079688"/>
            <a:ext cx="4527032" cy="2516225"/>
          </a:xfrm>
          <a:prstGeom prst="rect">
            <a:avLst/>
          </a:prstGeom>
          <a:noFill/>
          <a:ln>
            <a:noFill/>
          </a:ln>
        </p:spPr>
      </p:pic>
      <p:sp>
        <p:nvSpPr>
          <p:cNvPr id="942" name="Google Shape;942;p68"/>
          <p:cNvSpPr txBox="1"/>
          <p:nvPr>
            <p:ph idx="4294967295" type="title"/>
          </p:nvPr>
        </p:nvSpPr>
        <p:spPr>
          <a:xfrm>
            <a:off x="1017500" y="1507825"/>
            <a:ext cx="2351400" cy="461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sz="1400">
                <a:solidFill>
                  <a:schemeClr val="lt1"/>
                </a:solidFill>
              </a:rPr>
              <a:t>Logistic Regression Model</a:t>
            </a:r>
            <a:endParaRPr sz="1400">
              <a:solidFill>
                <a:schemeClr val="lt1"/>
              </a:solidFill>
            </a:endParaRPr>
          </a:p>
        </p:txBody>
      </p:sp>
      <p:sp>
        <p:nvSpPr>
          <p:cNvPr id="943" name="Google Shape;943;p68"/>
          <p:cNvSpPr txBox="1"/>
          <p:nvPr>
            <p:ph idx="4294967295" type="title"/>
          </p:nvPr>
        </p:nvSpPr>
        <p:spPr>
          <a:xfrm>
            <a:off x="4386400" y="1507813"/>
            <a:ext cx="2351400" cy="461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sz="1400">
                <a:solidFill>
                  <a:schemeClr val="lt1"/>
                </a:solidFill>
              </a:rPr>
              <a:t>Random Forest </a:t>
            </a:r>
            <a:r>
              <a:rPr lang="en" sz="1400">
                <a:solidFill>
                  <a:schemeClr val="lt1"/>
                </a:solidFill>
              </a:rPr>
              <a:t>Model</a:t>
            </a:r>
            <a:endParaRPr sz="140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69"/>
          <p:cNvSpPr txBox="1"/>
          <p:nvPr>
            <p:ph type="title"/>
          </p:nvPr>
        </p:nvSpPr>
        <p:spPr>
          <a:xfrm>
            <a:off x="228600" y="286446"/>
            <a:ext cx="6480300" cy="461700"/>
          </a:xfrm>
          <a:prstGeom prst="rect">
            <a:avLst/>
          </a:prstGeom>
        </p:spPr>
        <p:txBody>
          <a:bodyPr anchorCtr="0" anchor="t" bIns="91425" lIns="0" spcFirstLastPara="1" rIns="91425" wrap="square" tIns="91425">
            <a:spAutoFit/>
          </a:bodyPr>
          <a:lstStyle/>
          <a:p>
            <a:pPr indent="0" lvl="0" marL="0" rtl="0" algn="l">
              <a:lnSpc>
                <a:spcPct val="122222"/>
              </a:lnSpc>
              <a:spcBef>
                <a:spcPts val="0"/>
              </a:spcBef>
              <a:spcAft>
                <a:spcPts val="1200"/>
              </a:spcAft>
              <a:buNone/>
            </a:pPr>
            <a:r>
              <a:rPr b="1" lang="en" sz="1800">
                <a:highlight>
                  <a:schemeClr val="dk1"/>
                </a:highlight>
                <a:latin typeface="Arial"/>
                <a:ea typeface="Arial"/>
                <a:cs typeface="Arial"/>
                <a:sym typeface="Arial"/>
              </a:rPr>
              <a:t>Predicting Uber Ride Cancellations - By Hùng Nguyễn Huy</a:t>
            </a:r>
            <a:endParaRPr b="1" sz="1800">
              <a:highlight>
                <a:schemeClr val="dk1"/>
              </a:highlight>
            </a:endParaRPr>
          </a:p>
        </p:txBody>
      </p:sp>
      <p:sp>
        <p:nvSpPr>
          <p:cNvPr id="949" name="Google Shape;949;p69"/>
          <p:cNvSpPr txBox="1"/>
          <p:nvPr>
            <p:ph idx="4294967295" type="title"/>
          </p:nvPr>
        </p:nvSpPr>
        <p:spPr>
          <a:xfrm>
            <a:off x="134700" y="862350"/>
            <a:ext cx="2351400" cy="461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1200"/>
              </a:spcAft>
              <a:buNone/>
            </a:pPr>
            <a:r>
              <a:rPr lang="en" sz="1400">
                <a:solidFill>
                  <a:schemeClr val="lt1"/>
                </a:solidFill>
              </a:rPr>
              <a:t>XGBoost Model</a:t>
            </a:r>
            <a:endParaRPr sz="1400">
              <a:solidFill>
                <a:schemeClr val="lt1"/>
              </a:solidFill>
            </a:endParaRPr>
          </a:p>
        </p:txBody>
      </p:sp>
      <p:pic>
        <p:nvPicPr>
          <p:cNvPr id="950" name="Google Shape;950;p69"/>
          <p:cNvPicPr preferRelativeResize="0"/>
          <p:nvPr/>
        </p:nvPicPr>
        <p:blipFill>
          <a:blip r:embed="rId3">
            <a:alphaModFix/>
          </a:blip>
          <a:stretch>
            <a:fillRect/>
          </a:stretch>
        </p:blipFill>
        <p:spPr>
          <a:xfrm>
            <a:off x="228600" y="1562450"/>
            <a:ext cx="6140825" cy="31861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70"/>
          <p:cNvSpPr txBox="1"/>
          <p:nvPr>
            <p:ph type="title"/>
          </p:nvPr>
        </p:nvSpPr>
        <p:spPr>
          <a:xfrm>
            <a:off x="4960550" y="1690200"/>
            <a:ext cx="2711400" cy="17631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Discussion </a:t>
            </a:r>
            <a:endParaRPr/>
          </a:p>
          <a:p>
            <a:pPr indent="0" lvl="0" marL="0" rtl="0" algn="l">
              <a:spcBef>
                <a:spcPts val="0"/>
              </a:spcBef>
              <a:spcAft>
                <a:spcPts val="0"/>
              </a:spcAft>
              <a:buNone/>
            </a:pPr>
            <a:r>
              <a:rPr lang="en"/>
              <a:t>        &amp; </a:t>
            </a:r>
            <a:endParaRPr/>
          </a:p>
          <a:p>
            <a:pPr indent="0" lvl="0" marL="0" rtl="0" algn="l">
              <a:spcBef>
                <a:spcPts val="0"/>
              </a:spcBef>
              <a:spcAft>
                <a:spcPts val="0"/>
              </a:spcAft>
              <a:buNone/>
            </a:pPr>
            <a:r>
              <a:rPr lang="en"/>
              <a:t>Conclusion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71"/>
          <p:cNvSpPr txBox="1"/>
          <p:nvPr>
            <p:ph type="title"/>
          </p:nvPr>
        </p:nvSpPr>
        <p:spPr>
          <a:xfrm>
            <a:off x="228600" y="858000"/>
            <a:ext cx="3154500" cy="943500"/>
          </a:xfrm>
          <a:prstGeom prst="rect">
            <a:avLst/>
          </a:prstGeom>
        </p:spPr>
        <p:txBody>
          <a:bodyPr anchorCtr="0" anchor="b" bIns="0" lIns="0" spcFirstLastPara="1" rIns="91425" wrap="square" tIns="91425">
            <a:noAutofit/>
          </a:bodyPr>
          <a:lstStyle/>
          <a:p>
            <a:pPr indent="0" lvl="0" marL="0" rtl="0" algn="l">
              <a:lnSpc>
                <a:spcPct val="115000"/>
              </a:lnSpc>
              <a:spcBef>
                <a:spcPts val="0"/>
              </a:spcBef>
              <a:spcAft>
                <a:spcPts val="400"/>
              </a:spcAft>
              <a:buNone/>
            </a:pPr>
            <a:r>
              <a:rPr b="1" lang="en" sz="2000"/>
              <a:t>Methodology and Model Robustness</a:t>
            </a:r>
            <a:endParaRPr sz="2000"/>
          </a:p>
        </p:txBody>
      </p:sp>
      <p:sp>
        <p:nvSpPr>
          <p:cNvPr id="961" name="Google Shape;961;p71"/>
          <p:cNvSpPr txBox="1"/>
          <p:nvPr>
            <p:ph type="title"/>
          </p:nvPr>
        </p:nvSpPr>
        <p:spPr>
          <a:xfrm>
            <a:off x="4422925" y="1895400"/>
            <a:ext cx="3856200" cy="2176200"/>
          </a:xfrm>
          <a:prstGeom prst="rect">
            <a:avLst/>
          </a:prstGeom>
        </p:spPr>
        <p:txBody>
          <a:bodyPr anchorCtr="0" anchor="b" bIns="0" lIns="0" spcFirstLastPara="1" rIns="91425" wrap="square" tIns="91425">
            <a:noAutofit/>
          </a:bodyPr>
          <a:lstStyle/>
          <a:p>
            <a:pPr indent="0" lvl="0" marL="0" rtl="0" algn="l">
              <a:lnSpc>
                <a:spcPct val="115000"/>
              </a:lnSpc>
              <a:spcBef>
                <a:spcPts val="0"/>
              </a:spcBef>
              <a:spcAft>
                <a:spcPts val="1200"/>
              </a:spcAft>
              <a:buNone/>
            </a:pPr>
            <a:r>
              <a:rPr lang="en" sz="1400">
                <a:solidFill>
                  <a:schemeClr val="lt1"/>
                </a:solidFill>
              </a:rPr>
              <a:t>The project employed a robust Machine Learning pipeline approach to predict ride cancellations. This methodology ensures that the data preparation steps including scaling numerical features and one-hot encoding categorical features are performed solely on the training data, preventing data leakage into the test set.</a:t>
            </a:r>
            <a:endParaRPr b="1" sz="14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72"/>
          <p:cNvSpPr txBox="1"/>
          <p:nvPr>
            <p:ph type="title"/>
          </p:nvPr>
        </p:nvSpPr>
        <p:spPr>
          <a:xfrm>
            <a:off x="686500" y="1095900"/>
            <a:ext cx="1991100" cy="450000"/>
          </a:xfrm>
          <a:prstGeom prst="rect">
            <a:avLst/>
          </a:prstGeom>
        </p:spPr>
        <p:txBody>
          <a:bodyPr anchorCtr="0" anchor="b" bIns="0" lIns="0" spcFirstLastPara="1" rIns="91425" wrap="square" tIns="91425">
            <a:noAutofit/>
          </a:bodyPr>
          <a:lstStyle/>
          <a:p>
            <a:pPr indent="0" lvl="0" marL="0" rtl="0" algn="l">
              <a:lnSpc>
                <a:spcPct val="115000"/>
              </a:lnSpc>
              <a:spcBef>
                <a:spcPts val="0"/>
              </a:spcBef>
              <a:spcAft>
                <a:spcPts val="400"/>
              </a:spcAft>
              <a:buNone/>
            </a:pPr>
            <a:r>
              <a:rPr b="1" lang="en" sz="2000"/>
              <a:t>Conclusion</a:t>
            </a:r>
            <a:endParaRPr sz="2000"/>
          </a:p>
        </p:txBody>
      </p:sp>
      <p:sp>
        <p:nvSpPr>
          <p:cNvPr id="967" name="Google Shape;967;p72"/>
          <p:cNvSpPr txBox="1"/>
          <p:nvPr>
            <p:ph type="title"/>
          </p:nvPr>
        </p:nvSpPr>
        <p:spPr>
          <a:xfrm>
            <a:off x="4667850" y="2480125"/>
            <a:ext cx="3664500" cy="1059000"/>
          </a:xfrm>
          <a:prstGeom prst="rect">
            <a:avLst/>
          </a:prstGeom>
        </p:spPr>
        <p:txBody>
          <a:bodyPr anchorCtr="0" anchor="b" bIns="0" lIns="0" spcFirstLastPara="1" rIns="91425" wrap="square" tIns="91425">
            <a:noAutofit/>
          </a:bodyPr>
          <a:lstStyle/>
          <a:p>
            <a:pPr indent="0" lvl="0" marL="0" rtl="0" algn="l">
              <a:lnSpc>
                <a:spcPct val="115000"/>
              </a:lnSpc>
              <a:spcBef>
                <a:spcPts val="0"/>
              </a:spcBef>
              <a:spcAft>
                <a:spcPts val="1200"/>
              </a:spcAft>
              <a:buNone/>
            </a:pPr>
            <a:r>
              <a:rPr lang="en" sz="1200">
                <a:solidFill>
                  <a:schemeClr val="lt1"/>
                </a:solidFill>
              </a:rPr>
              <a:t>The project successfully achieved its objective of developing a robust Machine Learning framework to predict Uber ride cancellations, providing a powerful tool for proactive operational intervention.</a:t>
            </a:r>
            <a:endParaRPr b="1" sz="1400">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73"/>
          <p:cNvSpPr txBox="1"/>
          <p:nvPr>
            <p:ph type="title"/>
          </p:nvPr>
        </p:nvSpPr>
        <p:spPr>
          <a:xfrm>
            <a:off x="4183700" y="2277900"/>
            <a:ext cx="2693400" cy="5877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vestor Pitch Presentation">
  <a:themeElements>
    <a:clrScheme name="Simple Light">
      <a:dk1>
        <a:srgbClr val="1B1B1B"/>
      </a:dk1>
      <a:lt1>
        <a:srgbClr val="FFFFFF"/>
      </a:lt1>
      <a:dk2>
        <a:srgbClr val="85C086"/>
      </a:dk2>
      <a:lt2>
        <a:srgbClr val="D0E1BE"/>
      </a:lt2>
      <a:accent1>
        <a:srgbClr val="85C085"/>
      </a:accent1>
      <a:accent2>
        <a:srgbClr val="50A350"/>
      </a:accent2>
      <a:accent3>
        <a:srgbClr val="3E863C"/>
      </a:accent3>
      <a:accent4>
        <a:srgbClr val="1E691E"/>
      </a:accent4>
      <a:accent5>
        <a:srgbClr val="074907"/>
      </a:accent5>
      <a:accent6>
        <a:srgbClr val="666666"/>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